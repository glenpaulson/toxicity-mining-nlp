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5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lang="en-IN" sz="1100" b="0" i="0" u="none" strike="noStrike">
                <a:solidFill>
                  <a:srgbClr val="FFFFFF"/>
                </a:solidFill>
                <a:latin typeface="Calibri"/>
              </a:rPr>
              <a:t>F1 Score by Model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009DA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D3E-42D3-9A51-1EC4E3936B0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D3E-42D3-9A51-1EC4E3936B0A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D3E-42D3-9A51-1EC4E3936B0A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4D3E-42D3-9A51-1EC4E3936B0A}"/>
              </c:ext>
            </c:extLst>
          </c:dPt>
          <c:dPt>
            <c:idx val="4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D3E-42D3-9A51-1EC4E3936B0A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LightGBM</c:v>
                </c:pt>
                <c:pt idx="1">
                  <c:v>Naive Bayes</c:v>
                </c:pt>
                <c:pt idx="2">
                  <c:v>Stacking</c:v>
                </c:pt>
                <c:pt idx="3">
                  <c:v>Logistic Reg.</c:v>
                </c:pt>
                <c:pt idx="4">
                  <c:v>DistilBERT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75.5</c:v>
                </c:pt>
                <c:pt idx="1">
                  <c:v>77.61</c:v>
                </c:pt>
                <c:pt idx="2">
                  <c:v>81.540000000000006</c:v>
                </c:pt>
                <c:pt idx="3">
                  <c:v>82.71</c:v>
                </c:pt>
                <c:pt idx="4">
                  <c:v>87.39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D3E-42D3-9A51-1EC4E3936B0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FFFFF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5"/>
          <c:min val="60"/>
        </c:scaling>
        <c:delete val="0"/>
        <c:axPos val="b"/>
        <c:majorGridlines>
          <c:spPr>
            <a:ln w="6350" cap="flat">
              <a:solidFill>
                <a:srgbClr val="3D1E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FFFFF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0E3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E0E3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3477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lenpaulson/toxicity-mining-nlp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lenpaulson.github.io/toxicity-mining-website/#/data-exploration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41148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144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9436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9728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60020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10312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60604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10896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1188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11480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61772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12064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62356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12648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62940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13232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63524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13816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64108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914400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964692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014984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065276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115568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1165860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1216152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1266444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1316736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1367028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572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9144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13716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18288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22860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27432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32004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36576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1148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5720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50292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54864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59436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64008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68580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73152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77724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82296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86868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91440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96012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100584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105156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109728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114300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118872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123444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4572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9144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13716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18288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22860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27432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32004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36576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41148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45720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50292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54864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59436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Shape 72"/>
          <p:cNvSpPr/>
          <p:nvPr/>
        </p:nvSpPr>
        <p:spPr>
          <a:xfrm>
            <a:off x="64008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73"/>
          <p:cNvSpPr/>
          <p:nvPr/>
        </p:nvSpPr>
        <p:spPr>
          <a:xfrm>
            <a:off x="68580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73152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Shape 75"/>
          <p:cNvSpPr/>
          <p:nvPr/>
        </p:nvSpPr>
        <p:spPr>
          <a:xfrm>
            <a:off x="77724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82296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86868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Shape 78"/>
          <p:cNvSpPr/>
          <p:nvPr/>
        </p:nvSpPr>
        <p:spPr>
          <a:xfrm>
            <a:off x="91440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96012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Shape 80"/>
          <p:cNvSpPr/>
          <p:nvPr/>
        </p:nvSpPr>
        <p:spPr>
          <a:xfrm>
            <a:off x="100584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81"/>
          <p:cNvSpPr/>
          <p:nvPr/>
        </p:nvSpPr>
        <p:spPr>
          <a:xfrm>
            <a:off x="105156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109728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Shape 83"/>
          <p:cNvSpPr/>
          <p:nvPr/>
        </p:nvSpPr>
        <p:spPr>
          <a:xfrm>
            <a:off x="114300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Shape 84"/>
          <p:cNvSpPr/>
          <p:nvPr/>
        </p:nvSpPr>
        <p:spPr>
          <a:xfrm>
            <a:off x="118872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Shape 85"/>
          <p:cNvSpPr/>
          <p:nvPr/>
        </p:nvSpPr>
        <p:spPr>
          <a:xfrm>
            <a:off x="123444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6"/>
          <p:cNvSpPr/>
          <p:nvPr/>
        </p:nvSpPr>
        <p:spPr>
          <a:xfrm>
            <a:off x="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Shape 87"/>
          <p:cNvSpPr/>
          <p:nvPr/>
        </p:nvSpPr>
        <p:spPr>
          <a:xfrm>
            <a:off x="4572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8"/>
          <p:cNvSpPr/>
          <p:nvPr/>
        </p:nvSpPr>
        <p:spPr>
          <a:xfrm>
            <a:off x="9144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9"/>
          <p:cNvSpPr/>
          <p:nvPr/>
        </p:nvSpPr>
        <p:spPr>
          <a:xfrm>
            <a:off x="13716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Shape 90"/>
          <p:cNvSpPr/>
          <p:nvPr/>
        </p:nvSpPr>
        <p:spPr>
          <a:xfrm>
            <a:off x="18288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Shape 91"/>
          <p:cNvSpPr/>
          <p:nvPr/>
        </p:nvSpPr>
        <p:spPr>
          <a:xfrm>
            <a:off x="22860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Shape 92"/>
          <p:cNvSpPr/>
          <p:nvPr/>
        </p:nvSpPr>
        <p:spPr>
          <a:xfrm>
            <a:off x="27432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Shape 93"/>
          <p:cNvSpPr/>
          <p:nvPr/>
        </p:nvSpPr>
        <p:spPr>
          <a:xfrm>
            <a:off x="32004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4"/>
          <p:cNvSpPr/>
          <p:nvPr/>
        </p:nvSpPr>
        <p:spPr>
          <a:xfrm>
            <a:off x="36576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Shape 95"/>
          <p:cNvSpPr/>
          <p:nvPr/>
        </p:nvSpPr>
        <p:spPr>
          <a:xfrm>
            <a:off x="41148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6"/>
          <p:cNvSpPr/>
          <p:nvPr/>
        </p:nvSpPr>
        <p:spPr>
          <a:xfrm>
            <a:off x="45720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Shape 97"/>
          <p:cNvSpPr/>
          <p:nvPr/>
        </p:nvSpPr>
        <p:spPr>
          <a:xfrm>
            <a:off x="50292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Shape 98"/>
          <p:cNvSpPr/>
          <p:nvPr/>
        </p:nvSpPr>
        <p:spPr>
          <a:xfrm>
            <a:off x="54864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Shape 99"/>
          <p:cNvSpPr/>
          <p:nvPr/>
        </p:nvSpPr>
        <p:spPr>
          <a:xfrm>
            <a:off x="59436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Shape 100"/>
          <p:cNvSpPr/>
          <p:nvPr/>
        </p:nvSpPr>
        <p:spPr>
          <a:xfrm>
            <a:off x="64008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Shape 101"/>
          <p:cNvSpPr/>
          <p:nvPr/>
        </p:nvSpPr>
        <p:spPr>
          <a:xfrm>
            <a:off x="68580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Shape 102"/>
          <p:cNvSpPr/>
          <p:nvPr/>
        </p:nvSpPr>
        <p:spPr>
          <a:xfrm>
            <a:off x="73152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Shape 103"/>
          <p:cNvSpPr/>
          <p:nvPr/>
        </p:nvSpPr>
        <p:spPr>
          <a:xfrm>
            <a:off x="77724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4"/>
          <p:cNvSpPr/>
          <p:nvPr/>
        </p:nvSpPr>
        <p:spPr>
          <a:xfrm>
            <a:off x="82296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" name="Shape 105"/>
          <p:cNvSpPr/>
          <p:nvPr/>
        </p:nvSpPr>
        <p:spPr>
          <a:xfrm>
            <a:off x="86868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8" name="Shape 106"/>
          <p:cNvSpPr/>
          <p:nvPr/>
        </p:nvSpPr>
        <p:spPr>
          <a:xfrm>
            <a:off x="91440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Shape 107"/>
          <p:cNvSpPr/>
          <p:nvPr/>
        </p:nvSpPr>
        <p:spPr>
          <a:xfrm>
            <a:off x="96012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0" name="Shape 108"/>
          <p:cNvSpPr/>
          <p:nvPr/>
        </p:nvSpPr>
        <p:spPr>
          <a:xfrm>
            <a:off x="100584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Shape 109"/>
          <p:cNvSpPr/>
          <p:nvPr/>
        </p:nvSpPr>
        <p:spPr>
          <a:xfrm>
            <a:off x="105156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10"/>
          <p:cNvSpPr/>
          <p:nvPr/>
        </p:nvSpPr>
        <p:spPr>
          <a:xfrm>
            <a:off x="109728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Shape 111"/>
          <p:cNvSpPr/>
          <p:nvPr/>
        </p:nvSpPr>
        <p:spPr>
          <a:xfrm>
            <a:off x="114300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2"/>
          <p:cNvSpPr/>
          <p:nvPr/>
        </p:nvSpPr>
        <p:spPr>
          <a:xfrm>
            <a:off x="118872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Shape 113"/>
          <p:cNvSpPr/>
          <p:nvPr/>
        </p:nvSpPr>
        <p:spPr>
          <a:xfrm>
            <a:off x="123444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6" name="Shape 114"/>
          <p:cNvSpPr/>
          <p:nvPr/>
        </p:nvSpPr>
        <p:spPr>
          <a:xfrm>
            <a:off x="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Shape 115"/>
          <p:cNvSpPr/>
          <p:nvPr/>
        </p:nvSpPr>
        <p:spPr>
          <a:xfrm>
            <a:off x="4572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8" name="Shape 116"/>
          <p:cNvSpPr/>
          <p:nvPr/>
        </p:nvSpPr>
        <p:spPr>
          <a:xfrm>
            <a:off x="9144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Shape 117"/>
          <p:cNvSpPr/>
          <p:nvPr/>
        </p:nvSpPr>
        <p:spPr>
          <a:xfrm>
            <a:off x="13716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Shape 118"/>
          <p:cNvSpPr/>
          <p:nvPr/>
        </p:nvSpPr>
        <p:spPr>
          <a:xfrm>
            <a:off x="18288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1" name="Shape 119"/>
          <p:cNvSpPr/>
          <p:nvPr/>
        </p:nvSpPr>
        <p:spPr>
          <a:xfrm>
            <a:off x="22860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20"/>
          <p:cNvSpPr/>
          <p:nvPr/>
        </p:nvSpPr>
        <p:spPr>
          <a:xfrm>
            <a:off x="27432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3" name="Shape 121"/>
          <p:cNvSpPr/>
          <p:nvPr/>
        </p:nvSpPr>
        <p:spPr>
          <a:xfrm>
            <a:off x="32004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4" name="Shape 122"/>
          <p:cNvSpPr/>
          <p:nvPr/>
        </p:nvSpPr>
        <p:spPr>
          <a:xfrm>
            <a:off x="36576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Shape 123"/>
          <p:cNvSpPr/>
          <p:nvPr/>
        </p:nvSpPr>
        <p:spPr>
          <a:xfrm>
            <a:off x="41148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6" name="Shape 124"/>
          <p:cNvSpPr/>
          <p:nvPr/>
        </p:nvSpPr>
        <p:spPr>
          <a:xfrm>
            <a:off x="45720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Shape 125"/>
          <p:cNvSpPr/>
          <p:nvPr/>
        </p:nvSpPr>
        <p:spPr>
          <a:xfrm>
            <a:off x="50292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8" name="Shape 126"/>
          <p:cNvSpPr/>
          <p:nvPr/>
        </p:nvSpPr>
        <p:spPr>
          <a:xfrm>
            <a:off x="54864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9" name="Shape 127"/>
          <p:cNvSpPr/>
          <p:nvPr/>
        </p:nvSpPr>
        <p:spPr>
          <a:xfrm>
            <a:off x="59436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8"/>
          <p:cNvSpPr/>
          <p:nvPr/>
        </p:nvSpPr>
        <p:spPr>
          <a:xfrm>
            <a:off x="64008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1" name="Shape 129"/>
          <p:cNvSpPr/>
          <p:nvPr/>
        </p:nvSpPr>
        <p:spPr>
          <a:xfrm>
            <a:off x="68580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2" name="Shape 130"/>
          <p:cNvSpPr/>
          <p:nvPr/>
        </p:nvSpPr>
        <p:spPr>
          <a:xfrm>
            <a:off x="73152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3" name="Shape 131"/>
          <p:cNvSpPr/>
          <p:nvPr/>
        </p:nvSpPr>
        <p:spPr>
          <a:xfrm>
            <a:off x="77724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4" name="Shape 132"/>
          <p:cNvSpPr/>
          <p:nvPr/>
        </p:nvSpPr>
        <p:spPr>
          <a:xfrm>
            <a:off x="82296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Shape 133"/>
          <p:cNvSpPr/>
          <p:nvPr/>
        </p:nvSpPr>
        <p:spPr>
          <a:xfrm>
            <a:off x="86868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6" name="Shape 134"/>
          <p:cNvSpPr/>
          <p:nvPr/>
        </p:nvSpPr>
        <p:spPr>
          <a:xfrm>
            <a:off x="91440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7" name="Shape 135"/>
          <p:cNvSpPr/>
          <p:nvPr/>
        </p:nvSpPr>
        <p:spPr>
          <a:xfrm>
            <a:off x="96012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8" name="Shape 136"/>
          <p:cNvSpPr/>
          <p:nvPr/>
        </p:nvSpPr>
        <p:spPr>
          <a:xfrm>
            <a:off x="100584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9" name="Shape 137"/>
          <p:cNvSpPr/>
          <p:nvPr/>
        </p:nvSpPr>
        <p:spPr>
          <a:xfrm>
            <a:off x="105156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0" name="Shape 138"/>
          <p:cNvSpPr/>
          <p:nvPr/>
        </p:nvSpPr>
        <p:spPr>
          <a:xfrm>
            <a:off x="109728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1" name="Shape 139"/>
          <p:cNvSpPr/>
          <p:nvPr/>
        </p:nvSpPr>
        <p:spPr>
          <a:xfrm>
            <a:off x="114300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2" name="Shape 140"/>
          <p:cNvSpPr/>
          <p:nvPr/>
        </p:nvSpPr>
        <p:spPr>
          <a:xfrm>
            <a:off x="118872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3" name="Shape 141"/>
          <p:cNvSpPr/>
          <p:nvPr/>
        </p:nvSpPr>
        <p:spPr>
          <a:xfrm>
            <a:off x="123444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4" name="Shape 142"/>
          <p:cNvSpPr/>
          <p:nvPr/>
        </p:nvSpPr>
        <p:spPr>
          <a:xfrm>
            <a:off x="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5" name="Shape 143"/>
          <p:cNvSpPr/>
          <p:nvPr/>
        </p:nvSpPr>
        <p:spPr>
          <a:xfrm>
            <a:off x="4572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6" name="Shape 144"/>
          <p:cNvSpPr/>
          <p:nvPr/>
        </p:nvSpPr>
        <p:spPr>
          <a:xfrm>
            <a:off x="9144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7" name="Shape 145"/>
          <p:cNvSpPr/>
          <p:nvPr/>
        </p:nvSpPr>
        <p:spPr>
          <a:xfrm>
            <a:off x="13716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8" name="Shape 146"/>
          <p:cNvSpPr/>
          <p:nvPr/>
        </p:nvSpPr>
        <p:spPr>
          <a:xfrm>
            <a:off x="18288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9" name="Shape 147"/>
          <p:cNvSpPr/>
          <p:nvPr/>
        </p:nvSpPr>
        <p:spPr>
          <a:xfrm>
            <a:off x="22860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0" name="Shape 148"/>
          <p:cNvSpPr/>
          <p:nvPr/>
        </p:nvSpPr>
        <p:spPr>
          <a:xfrm>
            <a:off x="27432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1" name="Shape 149"/>
          <p:cNvSpPr/>
          <p:nvPr/>
        </p:nvSpPr>
        <p:spPr>
          <a:xfrm>
            <a:off x="32004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2" name="Shape 150"/>
          <p:cNvSpPr/>
          <p:nvPr/>
        </p:nvSpPr>
        <p:spPr>
          <a:xfrm>
            <a:off x="36576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3" name="Shape 151"/>
          <p:cNvSpPr/>
          <p:nvPr/>
        </p:nvSpPr>
        <p:spPr>
          <a:xfrm>
            <a:off x="41148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4" name="Shape 152"/>
          <p:cNvSpPr/>
          <p:nvPr/>
        </p:nvSpPr>
        <p:spPr>
          <a:xfrm>
            <a:off x="45720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5" name="Shape 153"/>
          <p:cNvSpPr/>
          <p:nvPr/>
        </p:nvSpPr>
        <p:spPr>
          <a:xfrm>
            <a:off x="50292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6" name="Shape 154"/>
          <p:cNvSpPr/>
          <p:nvPr/>
        </p:nvSpPr>
        <p:spPr>
          <a:xfrm>
            <a:off x="54864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7" name="Shape 155"/>
          <p:cNvSpPr/>
          <p:nvPr/>
        </p:nvSpPr>
        <p:spPr>
          <a:xfrm>
            <a:off x="59436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8" name="Shape 156"/>
          <p:cNvSpPr/>
          <p:nvPr/>
        </p:nvSpPr>
        <p:spPr>
          <a:xfrm>
            <a:off x="64008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9" name="Shape 157"/>
          <p:cNvSpPr/>
          <p:nvPr/>
        </p:nvSpPr>
        <p:spPr>
          <a:xfrm>
            <a:off x="68580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0" name="Shape 158"/>
          <p:cNvSpPr/>
          <p:nvPr/>
        </p:nvSpPr>
        <p:spPr>
          <a:xfrm>
            <a:off x="73152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1" name="Shape 159"/>
          <p:cNvSpPr/>
          <p:nvPr/>
        </p:nvSpPr>
        <p:spPr>
          <a:xfrm>
            <a:off x="77724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2" name="Shape 160"/>
          <p:cNvSpPr/>
          <p:nvPr/>
        </p:nvSpPr>
        <p:spPr>
          <a:xfrm>
            <a:off x="82296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3" name="Shape 161"/>
          <p:cNvSpPr/>
          <p:nvPr/>
        </p:nvSpPr>
        <p:spPr>
          <a:xfrm>
            <a:off x="86868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4" name="Shape 162"/>
          <p:cNvSpPr/>
          <p:nvPr/>
        </p:nvSpPr>
        <p:spPr>
          <a:xfrm>
            <a:off x="91440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5" name="Shape 163"/>
          <p:cNvSpPr/>
          <p:nvPr/>
        </p:nvSpPr>
        <p:spPr>
          <a:xfrm>
            <a:off x="96012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6" name="Shape 164"/>
          <p:cNvSpPr/>
          <p:nvPr/>
        </p:nvSpPr>
        <p:spPr>
          <a:xfrm>
            <a:off x="100584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7" name="Shape 165"/>
          <p:cNvSpPr/>
          <p:nvPr/>
        </p:nvSpPr>
        <p:spPr>
          <a:xfrm>
            <a:off x="105156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8" name="Shape 166"/>
          <p:cNvSpPr/>
          <p:nvPr/>
        </p:nvSpPr>
        <p:spPr>
          <a:xfrm>
            <a:off x="109728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9" name="Shape 167"/>
          <p:cNvSpPr/>
          <p:nvPr/>
        </p:nvSpPr>
        <p:spPr>
          <a:xfrm>
            <a:off x="114300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0" name="Shape 168"/>
          <p:cNvSpPr/>
          <p:nvPr/>
        </p:nvSpPr>
        <p:spPr>
          <a:xfrm>
            <a:off x="118872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1" name="Shape 169"/>
          <p:cNvSpPr/>
          <p:nvPr/>
        </p:nvSpPr>
        <p:spPr>
          <a:xfrm>
            <a:off x="123444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2" name="Shape 170"/>
          <p:cNvSpPr/>
          <p:nvPr/>
        </p:nvSpPr>
        <p:spPr>
          <a:xfrm>
            <a:off x="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3" name="Shape 171"/>
          <p:cNvSpPr/>
          <p:nvPr/>
        </p:nvSpPr>
        <p:spPr>
          <a:xfrm>
            <a:off x="4572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4" name="Shape 172"/>
          <p:cNvSpPr/>
          <p:nvPr/>
        </p:nvSpPr>
        <p:spPr>
          <a:xfrm>
            <a:off x="9144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5" name="Shape 173"/>
          <p:cNvSpPr/>
          <p:nvPr/>
        </p:nvSpPr>
        <p:spPr>
          <a:xfrm>
            <a:off x="13716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6" name="Shape 174"/>
          <p:cNvSpPr/>
          <p:nvPr/>
        </p:nvSpPr>
        <p:spPr>
          <a:xfrm>
            <a:off x="18288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7" name="Shape 175"/>
          <p:cNvSpPr/>
          <p:nvPr/>
        </p:nvSpPr>
        <p:spPr>
          <a:xfrm>
            <a:off x="22860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8" name="Shape 176"/>
          <p:cNvSpPr/>
          <p:nvPr/>
        </p:nvSpPr>
        <p:spPr>
          <a:xfrm>
            <a:off x="27432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9" name="Shape 177"/>
          <p:cNvSpPr/>
          <p:nvPr/>
        </p:nvSpPr>
        <p:spPr>
          <a:xfrm>
            <a:off x="32004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0" name="Shape 178"/>
          <p:cNvSpPr/>
          <p:nvPr/>
        </p:nvSpPr>
        <p:spPr>
          <a:xfrm>
            <a:off x="36576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1" name="Shape 179"/>
          <p:cNvSpPr/>
          <p:nvPr/>
        </p:nvSpPr>
        <p:spPr>
          <a:xfrm>
            <a:off x="41148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2" name="Shape 180"/>
          <p:cNvSpPr/>
          <p:nvPr/>
        </p:nvSpPr>
        <p:spPr>
          <a:xfrm>
            <a:off x="45720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3" name="Shape 181"/>
          <p:cNvSpPr/>
          <p:nvPr/>
        </p:nvSpPr>
        <p:spPr>
          <a:xfrm>
            <a:off x="50292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4" name="Shape 182"/>
          <p:cNvSpPr/>
          <p:nvPr/>
        </p:nvSpPr>
        <p:spPr>
          <a:xfrm>
            <a:off x="54864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5" name="Shape 183"/>
          <p:cNvSpPr/>
          <p:nvPr/>
        </p:nvSpPr>
        <p:spPr>
          <a:xfrm>
            <a:off x="59436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6" name="Shape 184"/>
          <p:cNvSpPr/>
          <p:nvPr/>
        </p:nvSpPr>
        <p:spPr>
          <a:xfrm>
            <a:off x="64008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7" name="Shape 185"/>
          <p:cNvSpPr/>
          <p:nvPr/>
        </p:nvSpPr>
        <p:spPr>
          <a:xfrm>
            <a:off x="68580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8" name="Shape 186"/>
          <p:cNvSpPr/>
          <p:nvPr/>
        </p:nvSpPr>
        <p:spPr>
          <a:xfrm>
            <a:off x="73152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9" name="Shape 187"/>
          <p:cNvSpPr/>
          <p:nvPr/>
        </p:nvSpPr>
        <p:spPr>
          <a:xfrm>
            <a:off x="77724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0" name="Shape 188"/>
          <p:cNvSpPr/>
          <p:nvPr/>
        </p:nvSpPr>
        <p:spPr>
          <a:xfrm>
            <a:off x="82296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1" name="Shape 189"/>
          <p:cNvSpPr/>
          <p:nvPr/>
        </p:nvSpPr>
        <p:spPr>
          <a:xfrm>
            <a:off x="86868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2" name="Shape 190"/>
          <p:cNvSpPr/>
          <p:nvPr/>
        </p:nvSpPr>
        <p:spPr>
          <a:xfrm>
            <a:off x="91440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3" name="Shape 191"/>
          <p:cNvSpPr/>
          <p:nvPr/>
        </p:nvSpPr>
        <p:spPr>
          <a:xfrm>
            <a:off x="96012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4" name="Shape 192"/>
          <p:cNvSpPr/>
          <p:nvPr/>
        </p:nvSpPr>
        <p:spPr>
          <a:xfrm>
            <a:off x="100584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5" name="Shape 193"/>
          <p:cNvSpPr/>
          <p:nvPr/>
        </p:nvSpPr>
        <p:spPr>
          <a:xfrm>
            <a:off x="105156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6" name="Shape 194"/>
          <p:cNvSpPr/>
          <p:nvPr/>
        </p:nvSpPr>
        <p:spPr>
          <a:xfrm>
            <a:off x="109728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7" name="Shape 195"/>
          <p:cNvSpPr/>
          <p:nvPr/>
        </p:nvSpPr>
        <p:spPr>
          <a:xfrm>
            <a:off x="114300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8" name="Shape 196"/>
          <p:cNvSpPr/>
          <p:nvPr/>
        </p:nvSpPr>
        <p:spPr>
          <a:xfrm>
            <a:off x="118872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9" name="Shape 197"/>
          <p:cNvSpPr/>
          <p:nvPr/>
        </p:nvSpPr>
        <p:spPr>
          <a:xfrm>
            <a:off x="123444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0" name="Shape 198"/>
          <p:cNvSpPr/>
          <p:nvPr/>
        </p:nvSpPr>
        <p:spPr>
          <a:xfrm>
            <a:off x="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1" name="Shape 199"/>
          <p:cNvSpPr/>
          <p:nvPr/>
        </p:nvSpPr>
        <p:spPr>
          <a:xfrm>
            <a:off x="4572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2" name="Shape 200"/>
          <p:cNvSpPr/>
          <p:nvPr/>
        </p:nvSpPr>
        <p:spPr>
          <a:xfrm>
            <a:off x="9144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3" name="Shape 201"/>
          <p:cNvSpPr/>
          <p:nvPr/>
        </p:nvSpPr>
        <p:spPr>
          <a:xfrm>
            <a:off x="13716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4" name="Shape 202"/>
          <p:cNvSpPr/>
          <p:nvPr/>
        </p:nvSpPr>
        <p:spPr>
          <a:xfrm>
            <a:off x="18288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5" name="Shape 203"/>
          <p:cNvSpPr/>
          <p:nvPr/>
        </p:nvSpPr>
        <p:spPr>
          <a:xfrm>
            <a:off x="22860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6" name="Shape 204"/>
          <p:cNvSpPr/>
          <p:nvPr/>
        </p:nvSpPr>
        <p:spPr>
          <a:xfrm>
            <a:off x="27432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7" name="Shape 205"/>
          <p:cNvSpPr/>
          <p:nvPr/>
        </p:nvSpPr>
        <p:spPr>
          <a:xfrm>
            <a:off x="32004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8" name="Shape 206"/>
          <p:cNvSpPr/>
          <p:nvPr/>
        </p:nvSpPr>
        <p:spPr>
          <a:xfrm>
            <a:off x="36576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9" name="Shape 207"/>
          <p:cNvSpPr/>
          <p:nvPr/>
        </p:nvSpPr>
        <p:spPr>
          <a:xfrm>
            <a:off x="41148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0" name="Shape 208"/>
          <p:cNvSpPr/>
          <p:nvPr/>
        </p:nvSpPr>
        <p:spPr>
          <a:xfrm>
            <a:off x="45720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1" name="Shape 209"/>
          <p:cNvSpPr/>
          <p:nvPr/>
        </p:nvSpPr>
        <p:spPr>
          <a:xfrm>
            <a:off x="50292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2" name="Shape 210"/>
          <p:cNvSpPr/>
          <p:nvPr/>
        </p:nvSpPr>
        <p:spPr>
          <a:xfrm>
            <a:off x="54864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3" name="Shape 211"/>
          <p:cNvSpPr/>
          <p:nvPr/>
        </p:nvSpPr>
        <p:spPr>
          <a:xfrm>
            <a:off x="59436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4" name="Shape 212"/>
          <p:cNvSpPr/>
          <p:nvPr/>
        </p:nvSpPr>
        <p:spPr>
          <a:xfrm>
            <a:off x="64008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5" name="Shape 213"/>
          <p:cNvSpPr/>
          <p:nvPr/>
        </p:nvSpPr>
        <p:spPr>
          <a:xfrm>
            <a:off x="68580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6" name="Shape 214"/>
          <p:cNvSpPr/>
          <p:nvPr/>
        </p:nvSpPr>
        <p:spPr>
          <a:xfrm>
            <a:off x="73152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7" name="Shape 215"/>
          <p:cNvSpPr/>
          <p:nvPr/>
        </p:nvSpPr>
        <p:spPr>
          <a:xfrm>
            <a:off x="77724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8" name="Shape 216"/>
          <p:cNvSpPr/>
          <p:nvPr/>
        </p:nvSpPr>
        <p:spPr>
          <a:xfrm>
            <a:off x="82296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9" name="Shape 217"/>
          <p:cNvSpPr/>
          <p:nvPr/>
        </p:nvSpPr>
        <p:spPr>
          <a:xfrm>
            <a:off x="86868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0" name="Shape 218"/>
          <p:cNvSpPr/>
          <p:nvPr/>
        </p:nvSpPr>
        <p:spPr>
          <a:xfrm>
            <a:off x="91440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1" name="Shape 219"/>
          <p:cNvSpPr/>
          <p:nvPr/>
        </p:nvSpPr>
        <p:spPr>
          <a:xfrm>
            <a:off x="96012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2" name="Shape 220"/>
          <p:cNvSpPr/>
          <p:nvPr/>
        </p:nvSpPr>
        <p:spPr>
          <a:xfrm>
            <a:off x="100584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3" name="Shape 221"/>
          <p:cNvSpPr/>
          <p:nvPr/>
        </p:nvSpPr>
        <p:spPr>
          <a:xfrm>
            <a:off x="105156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4" name="Shape 222"/>
          <p:cNvSpPr/>
          <p:nvPr/>
        </p:nvSpPr>
        <p:spPr>
          <a:xfrm>
            <a:off x="109728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5" name="Shape 223"/>
          <p:cNvSpPr/>
          <p:nvPr/>
        </p:nvSpPr>
        <p:spPr>
          <a:xfrm>
            <a:off x="114300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6" name="Shape 224"/>
          <p:cNvSpPr/>
          <p:nvPr/>
        </p:nvSpPr>
        <p:spPr>
          <a:xfrm>
            <a:off x="118872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7" name="Shape 225"/>
          <p:cNvSpPr/>
          <p:nvPr/>
        </p:nvSpPr>
        <p:spPr>
          <a:xfrm>
            <a:off x="123444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8" name="Shape 226"/>
          <p:cNvSpPr/>
          <p:nvPr/>
        </p:nvSpPr>
        <p:spPr>
          <a:xfrm>
            <a:off x="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9" name="Shape 227"/>
          <p:cNvSpPr/>
          <p:nvPr/>
        </p:nvSpPr>
        <p:spPr>
          <a:xfrm>
            <a:off x="4572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0" name="Shape 228"/>
          <p:cNvSpPr/>
          <p:nvPr/>
        </p:nvSpPr>
        <p:spPr>
          <a:xfrm>
            <a:off x="9144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1" name="Shape 229"/>
          <p:cNvSpPr/>
          <p:nvPr/>
        </p:nvSpPr>
        <p:spPr>
          <a:xfrm>
            <a:off x="13716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2" name="Shape 230"/>
          <p:cNvSpPr/>
          <p:nvPr/>
        </p:nvSpPr>
        <p:spPr>
          <a:xfrm>
            <a:off x="18288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3" name="Shape 231"/>
          <p:cNvSpPr/>
          <p:nvPr/>
        </p:nvSpPr>
        <p:spPr>
          <a:xfrm>
            <a:off x="22860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4" name="Shape 232"/>
          <p:cNvSpPr/>
          <p:nvPr/>
        </p:nvSpPr>
        <p:spPr>
          <a:xfrm>
            <a:off x="27432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5" name="Shape 233"/>
          <p:cNvSpPr/>
          <p:nvPr/>
        </p:nvSpPr>
        <p:spPr>
          <a:xfrm>
            <a:off x="32004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6" name="Shape 234"/>
          <p:cNvSpPr/>
          <p:nvPr/>
        </p:nvSpPr>
        <p:spPr>
          <a:xfrm>
            <a:off x="36576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7" name="Shape 235"/>
          <p:cNvSpPr/>
          <p:nvPr/>
        </p:nvSpPr>
        <p:spPr>
          <a:xfrm>
            <a:off x="41148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8" name="Shape 236"/>
          <p:cNvSpPr/>
          <p:nvPr/>
        </p:nvSpPr>
        <p:spPr>
          <a:xfrm>
            <a:off x="45720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9" name="Shape 237"/>
          <p:cNvSpPr/>
          <p:nvPr/>
        </p:nvSpPr>
        <p:spPr>
          <a:xfrm>
            <a:off x="50292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0" name="Shape 238"/>
          <p:cNvSpPr/>
          <p:nvPr/>
        </p:nvSpPr>
        <p:spPr>
          <a:xfrm>
            <a:off x="54864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1" name="Shape 239"/>
          <p:cNvSpPr/>
          <p:nvPr/>
        </p:nvSpPr>
        <p:spPr>
          <a:xfrm>
            <a:off x="59436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2" name="Shape 240"/>
          <p:cNvSpPr/>
          <p:nvPr/>
        </p:nvSpPr>
        <p:spPr>
          <a:xfrm>
            <a:off x="64008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3" name="Shape 241"/>
          <p:cNvSpPr/>
          <p:nvPr/>
        </p:nvSpPr>
        <p:spPr>
          <a:xfrm>
            <a:off x="68580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4" name="Shape 242"/>
          <p:cNvSpPr/>
          <p:nvPr/>
        </p:nvSpPr>
        <p:spPr>
          <a:xfrm>
            <a:off x="73152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5" name="Shape 243"/>
          <p:cNvSpPr/>
          <p:nvPr/>
        </p:nvSpPr>
        <p:spPr>
          <a:xfrm>
            <a:off x="77724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6" name="Shape 244"/>
          <p:cNvSpPr/>
          <p:nvPr/>
        </p:nvSpPr>
        <p:spPr>
          <a:xfrm>
            <a:off x="82296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7" name="Shape 245"/>
          <p:cNvSpPr/>
          <p:nvPr/>
        </p:nvSpPr>
        <p:spPr>
          <a:xfrm>
            <a:off x="86868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8" name="Shape 246"/>
          <p:cNvSpPr/>
          <p:nvPr/>
        </p:nvSpPr>
        <p:spPr>
          <a:xfrm>
            <a:off x="91440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9" name="Shape 247"/>
          <p:cNvSpPr/>
          <p:nvPr/>
        </p:nvSpPr>
        <p:spPr>
          <a:xfrm>
            <a:off x="96012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0" name="Shape 248"/>
          <p:cNvSpPr/>
          <p:nvPr/>
        </p:nvSpPr>
        <p:spPr>
          <a:xfrm>
            <a:off x="100584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1" name="Shape 249"/>
          <p:cNvSpPr/>
          <p:nvPr/>
        </p:nvSpPr>
        <p:spPr>
          <a:xfrm>
            <a:off x="105156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2" name="Shape 250"/>
          <p:cNvSpPr/>
          <p:nvPr/>
        </p:nvSpPr>
        <p:spPr>
          <a:xfrm>
            <a:off x="109728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3" name="Shape 251"/>
          <p:cNvSpPr/>
          <p:nvPr/>
        </p:nvSpPr>
        <p:spPr>
          <a:xfrm>
            <a:off x="114300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4" name="Shape 252"/>
          <p:cNvSpPr/>
          <p:nvPr/>
        </p:nvSpPr>
        <p:spPr>
          <a:xfrm>
            <a:off x="118872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5" name="Shape 253"/>
          <p:cNvSpPr/>
          <p:nvPr/>
        </p:nvSpPr>
        <p:spPr>
          <a:xfrm>
            <a:off x="123444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6" name="Shape 254"/>
          <p:cNvSpPr/>
          <p:nvPr/>
        </p:nvSpPr>
        <p:spPr>
          <a:xfrm>
            <a:off x="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7" name="Shape 255"/>
          <p:cNvSpPr/>
          <p:nvPr/>
        </p:nvSpPr>
        <p:spPr>
          <a:xfrm>
            <a:off x="4572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8" name="Shape 256"/>
          <p:cNvSpPr/>
          <p:nvPr/>
        </p:nvSpPr>
        <p:spPr>
          <a:xfrm>
            <a:off x="9144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9" name="Shape 257"/>
          <p:cNvSpPr/>
          <p:nvPr/>
        </p:nvSpPr>
        <p:spPr>
          <a:xfrm>
            <a:off x="13716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0" name="Shape 258"/>
          <p:cNvSpPr/>
          <p:nvPr/>
        </p:nvSpPr>
        <p:spPr>
          <a:xfrm>
            <a:off x="18288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1" name="Shape 259"/>
          <p:cNvSpPr/>
          <p:nvPr/>
        </p:nvSpPr>
        <p:spPr>
          <a:xfrm>
            <a:off x="22860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2" name="Shape 260"/>
          <p:cNvSpPr/>
          <p:nvPr/>
        </p:nvSpPr>
        <p:spPr>
          <a:xfrm>
            <a:off x="27432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3" name="Shape 261"/>
          <p:cNvSpPr/>
          <p:nvPr/>
        </p:nvSpPr>
        <p:spPr>
          <a:xfrm>
            <a:off x="32004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4" name="Shape 262"/>
          <p:cNvSpPr/>
          <p:nvPr/>
        </p:nvSpPr>
        <p:spPr>
          <a:xfrm>
            <a:off x="36576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5" name="Shape 263"/>
          <p:cNvSpPr/>
          <p:nvPr/>
        </p:nvSpPr>
        <p:spPr>
          <a:xfrm>
            <a:off x="41148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6" name="Shape 264"/>
          <p:cNvSpPr/>
          <p:nvPr/>
        </p:nvSpPr>
        <p:spPr>
          <a:xfrm>
            <a:off x="45720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7" name="Shape 265"/>
          <p:cNvSpPr/>
          <p:nvPr/>
        </p:nvSpPr>
        <p:spPr>
          <a:xfrm>
            <a:off x="50292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8" name="Shape 266"/>
          <p:cNvSpPr/>
          <p:nvPr/>
        </p:nvSpPr>
        <p:spPr>
          <a:xfrm>
            <a:off x="54864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9" name="Shape 267"/>
          <p:cNvSpPr/>
          <p:nvPr/>
        </p:nvSpPr>
        <p:spPr>
          <a:xfrm>
            <a:off x="59436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0" name="Shape 268"/>
          <p:cNvSpPr/>
          <p:nvPr/>
        </p:nvSpPr>
        <p:spPr>
          <a:xfrm>
            <a:off x="64008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1" name="Shape 269"/>
          <p:cNvSpPr/>
          <p:nvPr/>
        </p:nvSpPr>
        <p:spPr>
          <a:xfrm>
            <a:off x="68580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2" name="Shape 270"/>
          <p:cNvSpPr/>
          <p:nvPr/>
        </p:nvSpPr>
        <p:spPr>
          <a:xfrm>
            <a:off x="73152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3" name="Shape 271"/>
          <p:cNvSpPr/>
          <p:nvPr/>
        </p:nvSpPr>
        <p:spPr>
          <a:xfrm>
            <a:off x="77724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4" name="Shape 272"/>
          <p:cNvSpPr/>
          <p:nvPr/>
        </p:nvSpPr>
        <p:spPr>
          <a:xfrm>
            <a:off x="82296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5" name="Shape 273"/>
          <p:cNvSpPr/>
          <p:nvPr/>
        </p:nvSpPr>
        <p:spPr>
          <a:xfrm>
            <a:off x="86868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6" name="Shape 274"/>
          <p:cNvSpPr/>
          <p:nvPr/>
        </p:nvSpPr>
        <p:spPr>
          <a:xfrm>
            <a:off x="91440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7" name="Shape 275"/>
          <p:cNvSpPr/>
          <p:nvPr/>
        </p:nvSpPr>
        <p:spPr>
          <a:xfrm>
            <a:off x="96012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8" name="Shape 276"/>
          <p:cNvSpPr/>
          <p:nvPr/>
        </p:nvSpPr>
        <p:spPr>
          <a:xfrm>
            <a:off x="100584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9" name="Shape 277"/>
          <p:cNvSpPr/>
          <p:nvPr/>
        </p:nvSpPr>
        <p:spPr>
          <a:xfrm>
            <a:off x="105156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0" name="Shape 278"/>
          <p:cNvSpPr/>
          <p:nvPr/>
        </p:nvSpPr>
        <p:spPr>
          <a:xfrm>
            <a:off x="109728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1" name="Shape 279"/>
          <p:cNvSpPr/>
          <p:nvPr/>
        </p:nvSpPr>
        <p:spPr>
          <a:xfrm>
            <a:off x="114300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2" name="Shape 280"/>
          <p:cNvSpPr/>
          <p:nvPr/>
        </p:nvSpPr>
        <p:spPr>
          <a:xfrm>
            <a:off x="118872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3" name="Shape 281"/>
          <p:cNvSpPr/>
          <p:nvPr/>
        </p:nvSpPr>
        <p:spPr>
          <a:xfrm>
            <a:off x="123444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4" name="Shape 282"/>
          <p:cNvSpPr/>
          <p:nvPr/>
        </p:nvSpPr>
        <p:spPr>
          <a:xfrm>
            <a:off x="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5" name="Shape 283"/>
          <p:cNvSpPr/>
          <p:nvPr/>
        </p:nvSpPr>
        <p:spPr>
          <a:xfrm>
            <a:off x="4572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6" name="Shape 284"/>
          <p:cNvSpPr/>
          <p:nvPr/>
        </p:nvSpPr>
        <p:spPr>
          <a:xfrm>
            <a:off x="9144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7" name="Shape 285"/>
          <p:cNvSpPr/>
          <p:nvPr/>
        </p:nvSpPr>
        <p:spPr>
          <a:xfrm>
            <a:off x="13716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8" name="Shape 286"/>
          <p:cNvSpPr/>
          <p:nvPr/>
        </p:nvSpPr>
        <p:spPr>
          <a:xfrm>
            <a:off x="18288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9" name="Shape 287"/>
          <p:cNvSpPr/>
          <p:nvPr/>
        </p:nvSpPr>
        <p:spPr>
          <a:xfrm>
            <a:off x="22860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0" name="Shape 288"/>
          <p:cNvSpPr/>
          <p:nvPr/>
        </p:nvSpPr>
        <p:spPr>
          <a:xfrm>
            <a:off x="27432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1" name="Shape 289"/>
          <p:cNvSpPr/>
          <p:nvPr/>
        </p:nvSpPr>
        <p:spPr>
          <a:xfrm>
            <a:off x="32004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2" name="Shape 290"/>
          <p:cNvSpPr/>
          <p:nvPr/>
        </p:nvSpPr>
        <p:spPr>
          <a:xfrm>
            <a:off x="36576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3" name="Shape 291"/>
          <p:cNvSpPr/>
          <p:nvPr/>
        </p:nvSpPr>
        <p:spPr>
          <a:xfrm>
            <a:off x="41148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4" name="Shape 292"/>
          <p:cNvSpPr/>
          <p:nvPr/>
        </p:nvSpPr>
        <p:spPr>
          <a:xfrm>
            <a:off x="45720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5" name="Shape 293"/>
          <p:cNvSpPr/>
          <p:nvPr/>
        </p:nvSpPr>
        <p:spPr>
          <a:xfrm>
            <a:off x="50292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6" name="Shape 294"/>
          <p:cNvSpPr/>
          <p:nvPr/>
        </p:nvSpPr>
        <p:spPr>
          <a:xfrm>
            <a:off x="54864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7" name="Shape 295"/>
          <p:cNvSpPr/>
          <p:nvPr/>
        </p:nvSpPr>
        <p:spPr>
          <a:xfrm>
            <a:off x="59436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8" name="Shape 296"/>
          <p:cNvSpPr/>
          <p:nvPr/>
        </p:nvSpPr>
        <p:spPr>
          <a:xfrm>
            <a:off x="64008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9" name="Shape 297"/>
          <p:cNvSpPr/>
          <p:nvPr/>
        </p:nvSpPr>
        <p:spPr>
          <a:xfrm>
            <a:off x="68580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0" name="Shape 298"/>
          <p:cNvSpPr/>
          <p:nvPr/>
        </p:nvSpPr>
        <p:spPr>
          <a:xfrm>
            <a:off x="73152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1" name="Shape 299"/>
          <p:cNvSpPr/>
          <p:nvPr/>
        </p:nvSpPr>
        <p:spPr>
          <a:xfrm>
            <a:off x="77724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2" name="Shape 300"/>
          <p:cNvSpPr/>
          <p:nvPr/>
        </p:nvSpPr>
        <p:spPr>
          <a:xfrm>
            <a:off x="82296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3" name="Shape 301"/>
          <p:cNvSpPr/>
          <p:nvPr/>
        </p:nvSpPr>
        <p:spPr>
          <a:xfrm>
            <a:off x="86868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4" name="Shape 302"/>
          <p:cNvSpPr/>
          <p:nvPr/>
        </p:nvSpPr>
        <p:spPr>
          <a:xfrm>
            <a:off x="91440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5" name="Shape 303"/>
          <p:cNvSpPr/>
          <p:nvPr/>
        </p:nvSpPr>
        <p:spPr>
          <a:xfrm>
            <a:off x="96012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6" name="Shape 304"/>
          <p:cNvSpPr/>
          <p:nvPr/>
        </p:nvSpPr>
        <p:spPr>
          <a:xfrm>
            <a:off x="100584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7" name="Shape 305"/>
          <p:cNvSpPr/>
          <p:nvPr/>
        </p:nvSpPr>
        <p:spPr>
          <a:xfrm>
            <a:off x="105156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8" name="Shape 306"/>
          <p:cNvSpPr/>
          <p:nvPr/>
        </p:nvSpPr>
        <p:spPr>
          <a:xfrm>
            <a:off x="109728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9" name="Shape 307"/>
          <p:cNvSpPr/>
          <p:nvPr/>
        </p:nvSpPr>
        <p:spPr>
          <a:xfrm>
            <a:off x="114300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0" name="Shape 308"/>
          <p:cNvSpPr/>
          <p:nvPr/>
        </p:nvSpPr>
        <p:spPr>
          <a:xfrm>
            <a:off x="118872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1" name="Shape 309"/>
          <p:cNvSpPr/>
          <p:nvPr/>
        </p:nvSpPr>
        <p:spPr>
          <a:xfrm>
            <a:off x="123444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2" name="Shape 310"/>
          <p:cNvSpPr/>
          <p:nvPr/>
        </p:nvSpPr>
        <p:spPr>
          <a:xfrm>
            <a:off x="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3" name="Shape 311"/>
          <p:cNvSpPr/>
          <p:nvPr/>
        </p:nvSpPr>
        <p:spPr>
          <a:xfrm>
            <a:off x="4572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4" name="Shape 312"/>
          <p:cNvSpPr/>
          <p:nvPr/>
        </p:nvSpPr>
        <p:spPr>
          <a:xfrm>
            <a:off x="9144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5" name="Shape 313"/>
          <p:cNvSpPr/>
          <p:nvPr/>
        </p:nvSpPr>
        <p:spPr>
          <a:xfrm>
            <a:off x="13716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6" name="Shape 314"/>
          <p:cNvSpPr/>
          <p:nvPr/>
        </p:nvSpPr>
        <p:spPr>
          <a:xfrm>
            <a:off x="18288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7" name="Shape 315"/>
          <p:cNvSpPr/>
          <p:nvPr/>
        </p:nvSpPr>
        <p:spPr>
          <a:xfrm>
            <a:off x="22860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8" name="Shape 316"/>
          <p:cNvSpPr/>
          <p:nvPr/>
        </p:nvSpPr>
        <p:spPr>
          <a:xfrm>
            <a:off x="27432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9" name="Shape 317"/>
          <p:cNvSpPr/>
          <p:nvPr/>
        </p:nvSpPr>
        <p:spPr>
          <a:xfrm>
            <a:off x="32004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0" name="Shape 318"/>
          <p:cNvSpPr/>
          <p:nvPr/>
        </p:nvSpPr>
        <p:spPr>
          <a:xfrm>
            <a:off x="36576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1" name="Shape 319"/>
          <p:cNvSpPr/>
          <p:nvPr/>
        </p:nvSpPr>
        <p:spPr>
          <a:xfrm>
            <a:off x="41148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2" name="Shape 320"/>
          <p:cNvSpPr/>
          <p:nvPr/>
        </p:nvSpPr>
        <p:spPr>
          <a:xfrm>
            <a:off x="45720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3" name="Shape 321"/>
          <p:cNvSpPr/>
          <p:nvPr/>
        </p:nvSpPr>
        <p:spPr>
          <a:xfrm>
            <a:off x="50292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4" name="Shape 322"/>
          <p:cNvSpPr/>
          <p:nvPr/>
        </p:nvSpPr>
        <p:spPr>
          <a:xfrm>
            <a:off x="54864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5" name="Shape 323"/>
          <p:cNvSpPr/>
          <p:nvPr/>
        </p:nvSpPr>
        <p:spPr>
          <a:xfrm>
            <a:off x="59436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6" name="Shape 324"/>
          <p:cNvSpPr/>
          <p:nvPr/>
        </p:nvSpPr>
        <p:spPr>
          <a:xfrm>
            <a:off x="64008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7" name="Shape 325"/>
          <p:cNvSpPr/>
          <p:nvPr/>
        </p:nvSpPr>
        <p:spPr>
          <a:xfrm>
            <a:off x="68580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8" name="Shape 326"/>
          <p:cNvSpPr/>
          <p:nvPr/>
        </p:nvSpPr>
        <p:spPr>
          <a:xfrm>
            <a:off x="73152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9" name="Shape 327"/>
          <p:cNvSpPr/>
          <p:nvPr/>
        </p:nvSpPr>
        <p:spPr>
          <a:xfrm>
            <a:off x="77724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0" name="Shape 328"/>
          <p:cNvSpPr/>
          <p:nvPr/>
        </p:nvSpPr>
        <p:spPr>
          <a:xfrm>
            <a:off x="82296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1" name="Shape 329"/>
          <p:cNvSpPr/>
          <p:nvPr/>
        </p:nvSpPr>
        <p:spPr>
          <a:xfrm>
            <a:off x="86868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2" name="Shape 330"/>
          <p:cNvSpPr/>
          <p:nvPr/>
        </p:nvSpPr>
        <p:spPr>
          <a:xfrm>
            <a:off x="91440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3" name="Shape 331"/>
          <p:cNvSpPr/>
          <p:nvPr/>
        </p:nvSpPr>
        <p:spPr>
          <a:xfrm>
            <a:off x="96012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4" name="Shape 332"/>
          <p:cNvSpPr/>
          <p:nvPr/>
        </p:nvSpPr>
        <p:spPr>
          <a:xfrm>
            <a:off x="100584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5" name="Shape 333"/>
          <p:cNvSpPr/>
          <p:nvPr/>
        </p:nvSpPr>
        <p:spPr>
          <a:xfrm>
            <a:off x="105156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6" name="Shape 334"/>
          <p:cNvSpPr/>
          <p:nvPr/>
        </p:nvSpPr>
        <p:spPr>
          <a:xfrm>
            <a:off x="109728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7" name="Shape 335"/>
          <p:cNvSpPr/>
          <p:nvPr/>
        </p:nvSpPr>
        <p:spPr>
          <a:xfrm>
            <a:off x="114300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8" name="Shape 336"/>
          <p:cNvSpPr/>
          <p:nvPr/>
        </p:nvSpPr>
        <p:spPr>
          <a:xfrm>
            <a:off x="118872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9" name="Shape 337"/>
          <p:cNvSpPr/>
          <p:nvPr/>
        </p:nvSpPr>
        <p:spPr>
          <a:xfrm>
            <a:off x="123444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0" name="Shape 338"/>
          <p:cNvSpPr/>
          <p:nvPr/>
        </p:nvSpPr>
        <p:spPr>
          <a:xfrm>
            <a:off x="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1" name="Shape 339"/>
          <p:cNvSpPr/>
          <p:nvPr/>
        </p:nvSpPr>
        <p:spPr>
          <a:xfrm>
            <a:off x="4572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2" name="Shape 340"/>
          <p:cNvSpPr/>
          <p:nvPr/>
        </p:nvSpPr>
        <p:spPr>
          <a:xfrm>
            <a:off x="9144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3" name="Shape 341"/>
          <p:cNvSpPr/>
          <p:nvPr/>
        </p:nvSpPr>
        <p:spPr>
          <a:xfrm>
            <a:off x="13716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4" name="Shape 342"/>
          <p:cNvSpPr/>
          <p:nvPr/>
        </p:nvSpPr>
        <p:spPr>
          <a:xfrm>
            <a:off x="18288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5" name="Shape 343"/>
          <p:cNvSpPr/>
          <p:nvPr/>
        </p:nvSpPr>
        <p:spPr>
          <a:xfrm>
            <a:off x="22860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6" name="Shape 344"/>
          <p:cNvSpPr/>
          <p:nvPr/>
        </p:nvSpPr>
        <p:spPr>
          <a:xfrm>
            <a:off x="27432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7" name="Shape 345"/>
          <p:cNvSpPr/>
          <p:nvPr/>
        </p:nvSpPr>
        <p:spPr>
          <a:xfrm>
            <a:off x="32004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8" name="Shape 346"/>
          <p:cNvSpPr/>
          <p:nvPr/>
        </p:nvSpPr>
        <p:spPr>
          <a:xfrm>
            <a:off x="36576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9" name="Shape 347"/>
          <p:cNvSpPr/>
          <p:nvPr/>
        </p:nvSpPr>
        <p:spPr>
          <a:xfrm>
            <a:off x="41148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0" name="Shape 348"/>
          <p:cNvSpPr/>
          <p:nvPr/>
        </p:nvSpPr>
        <p:spPr>
          <a:xfrm>
            <a:off x="45720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1" name="Shape 349"/>
          <p:cNvSpPr/>
          <p:nvPr/>
        </p:nvSpPr>
        <p:spPr>
          <a:xfrm>
            <a:off x="50292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2" name="Shape 350"/>
          <p:cNvSpPr/>
          <p:nvPr/>
        </p:nvSpPr>
        <p:spPr>
          <a:xfrm>
            <a:off x="54864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3" name="Shape 351"/>
          <p:cNvSpPr/>
          <p:nvPr/>
        </p:nvSpPr>
        <p:spPr>
          <a:xfrm>
            <a:off x="59436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4" name="Shape 352"/>
          <p:cNvSpPr/>
          <p:nvPr/>
        </p:nvSpPr>
        <p:spPr>
          <a:xfrm>
            <a:off x="64008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5" name="Shape 353"/>
          <p:cNvSpPr/>
          <p:nvPr/>
        </p:nvSpPr>
        <p:spPr>
          <a:xfrm>
            <a:off x="68580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6" name="Shape 354"/>
          <p:cNvSpPr/>
          <p:nvPr/>
        </p:nvSpPr>
        <p:spPr>
          <a:xfrm>
            <a:off x="73152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7" name="Shape 355"/>
          <p:cNvSpPr/>
          <p:nvPr/>
        </p:nvSpPr>
        <p:spPr>
          <a:xfrm>
            <a:off x="77724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8" name="Shape 356"/>
          <p:cNvSpPr/>
          <p:nvPr/>
        </p:nvSpPr>
        <p:spPr>
          <a:xfrm>
            <a:off x="82296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9" name="Shape 357"/>
          <p:cNvSpPr/>
          <p:nvPr/>
        </p:nvSpPr>
        <p:spPr>
          <a:xfrm>
            <a:off x="86868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0" name="Shape 358"/>
          <p:cNvSpPr/>
          <p:nvPr/>
        </p:nvSpPr>
        <p:spPr>
          <a:xfrm>
            <a:off x="91440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1" name="Shape 359"/>
          <p:cNvSpPr/>
          <p:nvPr/>
        </p:nvSpPr>
        <p:spPr>
          <a:xfrm>
            <a:off x="96012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2" name="Shape 360"/>
          <p:cNvSpPr/>
          <p:nvPr/>
        </p:nvSpPr>
        <p:spPr>
          <a:xfrm>
            <a:off x="100584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3" name="Shape 361"/>
          <p:cNvSpPr/>
          <p:nvPr/>
        </p:nvSpPr>
        <p:spPr>
          <a:xfrm>
            <a:off x="105156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4" name="Shape 362"/>
          <p:cNvSpPr/>
          <p:nvPr/>
        </p:nvSpPr>
        <p:spPr>
          <a:xfrm>
            <a:off x="109728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5" name="Shape 363"/>
          <p:cNvSpPr/>
          <p:nvPr/>
        </p:nvSpPr>
        <p:spPr>
          <a:xfrm>
            <a:off x="114300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6" name="Shape 364"/>
          <p:cNvSpPr/>
          <p:nvPr/>
        </p:nvSpPr>
        <p:spPr>
          <a:xfrm>
            <a:off x="118872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7" name="Shape 365"/>
          <p:cNvSpPr/>
          <p:nvPr/>
        </p:nvSpPr>
        <p:spPr>
          <a:xfrm>
            <a:off x="123444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8" name="Shape 366"/>
          <p:cNvSpPr/>
          <p:nvPr/>
        </p:nvSpPr>
        <p:spPr>
          <a:xfrm>
            <a:off x="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9" name="Shape 367"/>
          <p:cNvSpPr/>
          <p:nvPr/>
        </p:nvSpPr>
        <p:spPr>
          <a:xfrm>
            <a:off x="4572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0" name="Shape 368"/>
          <p:cNvSpPr/>
          <p:nvPr/>
        </p:nvSpPr>
        <p:spPr>
          <a:xfrm>
            <a:off x="9144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1" name="Shape 369"/>
          <p:cNvSpPr/>
          <p:nvPr/>
        </p:nvSpPr>
        <p:spPr>
          <a:xfrm>
            <a:off x="13716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2" name="Shape 370"/>
          <p:cNvSpPr/>
          <p:nvPr/>
        </p:nvSpPr>
        <p:spPr>
          <a:xfrm>
            <a:off x="18288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3" name="Shape 371"/>
          <p:cNvSpPr/>
          <p:nvPr/>
        </p:nvSpPr>
        <p:spPr>
          <a:xfrm>
            <a:off x="22860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4" name="Shape 372"/>
          <p:cNvSpPr/>
          <p:nvPr/>
        </p:nvSpPr>
        <p:spPr>
          <a:xfrm>
            <a:off x="27432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5" name="Shape 373"/>
          <p:cNvSpPr/>
          <p:nvPr/>
        </p:nvSpPr>
        <p:spPr>
          <a:xfrm>
            <a:off x="32004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6" name="Shape 374"/>
          <p:cNvSpPr/>
          <p:nvPr/>
        </p:nvSpPr>
        <p:spPr>
          <a:xfrm>
            <a:off x="36576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7" name="Shape 375"/>
          <p:cNvSpPr/>
          <p:nvPr/>
        </p:nvSpPr>
        <p:spPr>
          <a:xfrm>
            <a:off x="41148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8" name="Shape 376"/>
          <p:cNvSpPr/>
          <p:nvPr/>
        </p:nvSpPr>
        <p:spPr>
          <a:xfrm>
            <a:off x="45720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9" name="Shape 377"/>
          <p:cNvSpPr/>
          <p:nvPr/>
        </p:nvSpPr>
        <p:spPr>
          <a:xfrm>
            <a:off x="50292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0" name="Shape 378"/>
          <p:cNvSpPr/>
          <p:nvPr/>
        </p:nvSpPr>
        <p:spPr>
          <a:xfrm>
            <a:off x="54864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1" name="Shape 379"/>
          <p:cNvSpPr/>
          <p:nvPr/>
        </p:nvSpPr>
        <p:spPr>
          <a:xfrm>
            <a:off x="59436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2" name="Shape 380"/>
          <p:cNvSpPr/>
          <p:nvPr/>
        </p:nvSpPr>
        <p:spPr>
          <a:xfrm>
            <a:off x="64008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3" name="Shape 381"/>
          <p:cNvSpPr/>
          <p:nvPr/>
        </p:nvSpPr>
        <p:spPr>
          <a:xfrm>
            <a:off x="68580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4" name="Shape 382"/>
          <p:cNvSpPr/>
          <p:nvPr/>
        </p:nvSpPr>
        <p:spPr>
          <a:xfrm>
            <a:off x="73152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5" name="Shape 383"/>
          <p:cNvSpPr/>
          <p:nvPr/>
        </p:nvSpPr>
        <p:spPr>
          <a:xfrm>
            <a:off x="77724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6" name="Shape 384"/>
          <p:cNvSpPr/>
          <p:nvPr/>
        </p:nvSpPr>
        <p:spPr>
          <a:xfrm>
            <a:off x="82296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7" name="Shape 385"/>
          <p:cNvSpPr/>
          <p:nvPr/>
        </p:nvSpPr>
        <p:spPr>
          <a:xfrm>
            <a:off x="86868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8" name="Shape 386"/>
          <p:cNvSpPr/>
          <p:nvPr/>
        </p:nvSpPr>
        <p:spPr>
          <a:xfrm>
            <a:off x="91440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9" name="Shape 387"/>
          <p:cNvSpPr/>
          <p:nvPr/>
        </p:nvSpPr>
        <p:spPr>
          <a:xfrm>
            <a:off x="96012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0" name="Shape 388"/>
          <p:cNvSpPr/>
          <p:nvPr/>
        </p:nvSpPr>
        <p:spPr>
          <a:xfrm>
            <a:off x="100584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1" name="Shape 389"/>
          <p:cNvSpPr/>
          <p:nvPr/>
        </p:nvSpPr>
        <p:spPr>
          <a:xfrm>
            <a:off x="105156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2" name="Shape 390"/>
          <p:cNvSpPr/>
          <p:nvPr/>
        </p:nvSpPr>
        <p:spPr>
          <a:xfrm>
            <a:off x="109728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3" name="Shape 391"/>
          <p:cNvSpPr/>
          <p:nvPr/>
        </p:nvSpPr>
        <p:spPr>
          <a:xfrm>
            <a:off x="114300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4" name="Shape 392"/>
          <p:cNvSpPr/>
          <p:nvPr/>
        </p:nvSpPr>
        <p:spPr>
          <a:xfrm>
            <a:off x="118872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5" name="Shape 393"/>
          <p:cNvSpPr/>
          <p:nvPr/>
        </p:nvSpPr>
        <p:spPr>
          <a:xfrm>
            <a:off x="123444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6" name="Shape 394"/>
          <p:cNvSpPr/>
          <p:nvPr/>
        </p:nvSpPr>
        <p:spPr>
          <a:xfrm>
            <a:off x="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7" name="Shape 395"/>
          <p:cNvSpPr/>
          <p:nvPr/>
        </p:nvSpPr>
        <p:spPr>
          <a:xfrm>
            <a:off x="4572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8" name="Shape 396"/>
          <p:cNvSpPr/>
          <p:nvPr/>
        </p:nvSpPr>
        <p:spPr>
          <a:xfrm>
            <a:off x="9144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9" name="Shape 397"/>
          <p:cNvSpPr/>
          <p:nvPr/>
        </p:nvSpPr>
        <p:spPr>
          <a:xfrm>
            <a:off x="13716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0" name="Shape 398"/>
          <p:cNvSpPr/>
          <p:nvPr/>
        </p:nvSpPr>
        <p:spPr>
          <a:xfrm>
            <a:off x="18288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1" name="Shape 399"/>
          <p:cNvSpPr/>
          <p:nvPr/>
        </p:nvSpPr>
        <p:spPr>
          <a:xfrm>
            <a:off x="22860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2" name="Shape 400"/>
          <p:cNvSpPr/>
          <p:nvPr/>
        </p:nvSpPr>
        <p:spPr>
          <a:xfrm>
            <a:off x="27432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3" name="Shape 401"/>
          <p:cNvSpPr/>
          <p:nvPr/>
        </p:nvSpPr>
        <p:spPr>
          <a:xfrm>
            <a:off x="32004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4" name="Shape 402"/>
          <p:cNvSpPr/>
          <p:nvPr/>
        </p:nvSpPr>
        <p:spPr>
          <a:xfrm>
            <a:off x="36576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5" name="Shape 403"/>
          <p:cNvSpPr/>
          <p:nvPr/>
        </p:nvSpPr>
        <p:spPr>
          <a:xfrm>
            <a:off x="41148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6" name="Shape 404"/>
          <p:cNvSpPr/>
          <p:nvPr/>
        </p:nvSpPr>
        <p:spPr>
          <a:xfrm>
            <a:off x="45720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7" name="Shape 405"/>
          <p:cNvSpPr/>
          <p:nvPr/>
        </p:nvSpPr>
        <p:spPr>
          <a:xfrm>
            <a:off x="50292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8" name="Shape 406"/>
          <p:cNvSpPr/>
          <p:nvPr/>
        </p:nvSpPr>
        <p:spPr>
          <a:xfrm>
            <a:off x="54864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9" name="Shape 407"/>
          <p:cNvSpPr/>
          <p:nvPr/>
        </p:nvSpPr>
        <p:spPr>
          <a:xfrm>
            <a:off x="59436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0" name="Shape 408"/>
          <p:cNvSpPr/>
          <p:nvPr/>
        </p:nvSpPr>
        <p:spPr>
          <a:xfrm>
            <a:off x="64008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1" name="Shape 409"/>
          <p:cNvSpPr/>
          <p:nvPr/>
        </p:nvSpPr>
        <p:spPr>
          <a:xfrm>
            <a:off x="68580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2" name="Shape 410"/>
          <p:cNvSpPr/>
          <p:nvPr/>
        </p:nvSpPr>
        <p:spPr>
          <a:xfrm>
            <a:off x="73152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3" name="Shape 411"/>
          <p:cNvSpPr/>
          <p:nvPr/>
        </p:nvSpPr>
        <p:spPr>
          <a:xfrm>
            <a:off x="77724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4" name="Shape 412"/>
          <p:cNvSpPr/>
          <p:nvPr/>
        </p:nvSpPr>
        <p:spPr>
          <a:xfrm>
            <a:off x="82296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5" name="Shape 413"/>
          <p:cNvSpPr/>
          <p:nvPr/>
        </p:nvSpPr>
        <p:spPr>
          <a:xfrm>
            <a:off x="86868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6" name="Shape 414"/>
          <p:cNvSpPr/>
          <p:nvPr/>
        </p:nvSpPr>
        <p:spPr>
          <a:xfrm>
            <a:off x="91440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7" name="Shape 415"/>
          <p:cNvSpPr/>
          <p:nvPr/>
        </p:nvSpPr>
        <p:spPr>
          <a:xfrm>
            <a:off x="96012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8" name="Shape 416"/>
          <p:cNvSpPr/>
          <p:nvPr/>
        </p:nvSpPr>
        <p:spPr>
          <a:xfrm>
            <a:off x="100584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9" name="Shape 417"/>
          <p:cNvSpPr/>
          <p:nvPr/>
        </p:nvSpPr>
        <p:spPr>
          <a:xfrm>
            <a:off x="105156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0" name="Shape 418"/>
          <p:cNvSpPr/>
          <p:nvPr/>
        </p:nvSpPr>
        <p:spPr>
          <a:xfrm>
            <a:off x="109728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1" name="Shape 419"/>
          <p:cNvSpPr/>
          <p:nvPr/>
        </p:nvSpPr>
        <p:spPr>
          <a:xfrm>
            <a:off x="114300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2" name="Shape 420"/>
          <p:cNvSpPr/>
          <p:nvPr/>
        </p:nvSpPr>
        <p:spPr>
          <a:xfrm>
            <a:off x="118872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3" name="Shape 421"/>
          <p:cNvSpPr/>
          <p:nvPr/>
        </p:nvSpPr>
        <p:spPr>
          <a:xfrm>
            <a:off x="123444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4" name="Shape 422"/>
          <p:cNvSpPr/>
          <p:nvPr/>
        </p:nvSpPr>
        <p:spPr>
          <a:xfrm>
            <a:off x="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5" name="Shape 423"/>
          <p:cNvSpPr/>
          <p:nvPr/>
        </p:nvSpPr>
        <p:spPr>
          <a:xfrm>
            <a:off x="4572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6" name="Shape 424"/>
          <p:cNvSpPr/>
          <p:nvPr/>
        </p:nvSpPr>
        <p:spPr>
          <a:xfrm>
            <a:off x="9144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7" name="Shape 425"/>
          <p:cNvSpPr/>
          <p:nvPr/>
        </p:nvSpPr>
        <p:spPr>
          <a:xfrm>
            <a:off x="13716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8" name="Shape 426"/>
          <p:cNvSpPr/>
          <p:nvPr/>
        </p:nvSpPr>
        <p:spPr>
          <a:xfrm>
            <a:off x="18288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9" name="Shape 427"/>
          <p:cNvSpPr/>
          <p:nvPr/>
        </p:nvSpPr>
        <p:spPr>
          <a:xfrm>
            <a:off x="22860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0" name="Shape 428"/>
          <p:cNvSpPr/>
          <p:nvPr/>
        </p:nvSpPr>
        <p:spPr>
          <a:xfrm>
            <a:off x="27432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1" name="Shape 429"/>
          <p:cNvSpPr/>
          <p:nvPr/>
        </p:nvSpPr>
        <p:spPr>
          <a:xfrm>
            <a:off x="32004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2" name="Shape 430"/>
          <p:cNvSpPr/>
          <p:nvPr/>
        </p:nvSpPr>
        <p:spPr>
          <a:xfrm>
            <a:off x="36576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3" name="Shape 431"/>
          <p:cNvSpPr/>
          <p:nvPr/>
        </p:nvSpPr>
        <p:spPr>
          <a:xfrm>
            <a:off x="41148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4" name="Shape 432"/>
          <p:cNvSpPr/>
          <p:nvPr/>
        </p:nvSpPr>
        <p:spPr>
          <a:xfrm>
            <a:off x="45720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5" name="Shape 433"/>
          <p:cNvSpPr/>
          <p:nvPr/>
        </p:nvSpPr>
        <p:spPr>
          <a:xfrm>
            <a:off x="50292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6" name="Shape 434"/>
          <p:cNvSpPr/>
          <p:nvPr/>
        </p:nvSpPr>
        <p:spPr>
          <a:xfrm>
            <a:off x="54864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7" name="Shape 435"/>
          <p:cNvSpPr/>
          <p:nvPr/>
        </p:nvSpPr>
        <p:spPr>
          <a:xfrm>
            <a:off x="59436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8" name="Shape 436"/>
          <p:cNvSpPr/>
          <p:nvPr/>
        </p:nvSpPr>
        <p:spPr>
          <a:xfrm>
            <a:off x="64008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9" name="Shape 437"/>
          <p:cNvSpPr/>
          <p:nvPr/>
        </p:nvSpPr>
        <p:spPr>
          <a:xfrm>
            <a:off x="68580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0" name="Shape 438"/>
          <p:cNvSpPr/>
          <p:nvPr/>
        </p:nvSpPr>
        <p:spPr>
          <a:xfrm>
            <a:off x="73152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1" name="Shape 439"/>
          <p:cNvSpPr/>
          <p:nvPr/>
        </p:nvSpPr>
        <p:spPr>
          <a:xfrm>
            <a:off x="77724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2" name="Shape 440"/>
          <p:cNvSpPr/>
          <p:nvPr/>
        </p:nvSpPr>
        <p:spPr>
          <a:xfrm>
            <a:off x="82296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3" name="Shape 441"/>
          <p:cNvSpPr/>
          <p:nvPr/>
        </p:nvSpPr>
        <p:spPr>
          <a:xfrm>
            <a:off x="86868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4" name="Shape 442"/>
          <p:cNvSpPr/>
          <p:nvPr/>
        </p:nvSpPr>
        <p:spPr>
          <a:xfrm>
            <a:off x="91440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5" name="Shape 443"/>
          <p:cNvSpPr/>
          <p:nvPr/>
        </p:nvSpPr>
        <p:spPr>
          <a:xfrm>
            <a:off x="96012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6" name="Shape 444"/>
          <p:cNvSpPr/>
          <p:nvPr/>
        </p:nvSpPr>
        <p:spPr>
          <a:xfrm>
            <a:off x="100584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7" name="Shape 445"/>
          <p:cNvSpPr/>
          <p:nvPr/>
        </p:nvSpPr>
        <p:spPr>
          <a:xfrm>
            <a:off x="105156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8" name="Shape 446"/>
          <p:cNvSpPr/>
          <p:nvPr/>
        </p:nvSpPr>
        <p:spPr>
          <a:xfrm>
            <a:off x="109728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9" name="Shape 447"/>
          <p:cNvSpPr/>
          <p:nvPr/>
        </p:nvSpPr>
        <p:spPr>
          <a:xfrm>
            <a:off x="114300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0" name="Shape 448"/>
          <p:cNvSpPr/>
          <p:nvPr/>
        </p:nvSpPr>
        <p:spPr>
          <a:xfrm>
            <a:off x="118872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1" name="Shape 449"/>
          <p:cNvSpPr/>
          <p:nvPr/>
        </p:nvSpPr>
        <p:spPr>
          <a:xfrm>
            <a:off x="123444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2" name="Shape 450"/>
          <p:cNvSpPr/>
          <p:nvPr/>
        </p:nvSpPr>
        <p:spPr>
          <a:xfrm>
            <a:off x="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3" name="Shape 451"/>
          <p:cNvSpPr/>
          <p:nvPr/>
        </p:nvSpPr>
        <p:spPr>
          <a:xfrm>
            <a:off x="4572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4" name="Shape 452"/>
          <p:cNvSpPr/>
          <p:nvPr/>
        </p:nvSpPr>
        <p:spPr>
          <a:xfrm>
            <a:off x="9144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5" name="Shape 453"/>
          <p:cNvSpPr/>
          <p:nvPr/>
        </p:nvSpPr>
        <p:spPr>
          <a:xfrm>
            <a:off x="13716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6" name="Shape 454"/>
          <p:cNvSpPr/>
          <p:nvPr/>
        </p:nvSpPr>
        <p:spPr>
          <a:xfrm>
            <a:off x="18288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7" name="Shape 455"/>
          <p:cNvSpPr/>
          <p:nvPr/>
        </p:nvSpPr>
        <p:spPr>
          <a:xfrm>
            <a:off x="22860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8" name="Shape 456"/>
          <p:cNvSpPr/>
          <p:nvPr/>
        </p:nvSpPr>
        <p:spPr>
          <a:xfrm>
            <a:off x="27432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9" name="Shape 457"/>
          <p:cNvSpPr/>
          <p:nvPr/>
        </p:nvSpPr>
        <p:spPr>
          <a:xfrm>
            <a:off x="32004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0" name="Shape 458"/>
          <p:cNvSpPr/>
          <p:nvPr/>
        </p:nvSpPr>
        <p:spPr>
          <a:xfrm>
            <a:off x="36576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1" name="Shape 459"/>
          <p:cNvSpPr/>
          <p:nvPr/>
        </p:nvSpPr>
        <p:spPr>
          <a:xfrm>
            <a:off x="41148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2" name="Shape 460"/>
          <p:cNvSpPr/>
          <p:nvPr/>
        </p:nvSpPr>
        <p:spPr>
          <a:xfrm>
            <a:off x="45720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3" name="Shape 461"/>
          <p:cNvSpPr/>
          <p:nvPr/>
        </p:nvSpPr>
        <p:spPr>
          <a:xfrm>
            <a:off x="50292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4" name="Shape 462"/>
          <p:cNvSpPr/>
          <p:nvPr/>
        </p:nvSpPr>
        <p:spPr>
          <a:xfrm>
            <a:off x="54864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5" name="Shape 463"/>
          <p:cNvSpPr/>
          <p:nvPr/>
        </p:nvSpPr>
        <p:spPr>
          <a:xfrm>
            <a:off x="59436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6" name="Shape 464"/>
          <p:cNvSpPr/>
          <p:nvPr/>
        </p:nvSpPr>
        <p:spPr>
          <a:xfrm>
            <a:off x="64008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7" name="Shape 465"/>
          <p:cNvSpPr/>
          <p:nvPr/>
        </p:nvSpPr>
        <p:spPr>
          <a:xfrm>
            <a:off x="68580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8" name="Shape 466"/>
          <p:cNvSpPr/>
          <p:nvPr/>
        </p:nvSpPr>
        <p:spPr>
          <a:xfrm>
            <a:off x="73152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9" name="Shape 467"/>
          <p:cNvSpPr/>
          <p:nvPr/>
        </p:nvSpPr>
        <p:spPr>
          <a:xfrm>
            <a:off x="77724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0" name="Shape 468"/>
          <p:cNvSpPr/>
          <p:nvPr/>
        </p:nvSpPr>
        <p:spPr>
          <a:xfrm>
            <a:off x="82296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1" name="Shape 469"/>
          <p:cNvSpPr/>
          <p:nvPr/>
        </p:nvSpPr>
        <p:spPr>
          <a:xfrm>
            <a:off x="86868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2" name="Shape 470"/>
          <p:cNvSpPr/>
          <p:nvPr/>
        </p:nvSpPr>
        <p:spPr>
          <a:xfrm>
            <a:off x="91440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3" name="Shape 471"/>
          <p:cNvSpPr/>
          <p:nvPr/>
        </p:nvSpPr>
        <p:spPr>
          <a:xfrm>
            <a:off x="96012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4" name="Shape 472"/>
          <p:cNvSpPr/>
          <p:nvPr/>
        </p:nvSpPr>
        <p:spPr>
          <a:xfrm>
            <a:off x="100584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5" name="Shape 473"/>
          <p:cNvSpPr/>
          <p:nvPr/>
        </p:nvSpPr>
        <p:spPr>
          <a:xfrm>
            <a:off x="105156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6" name="Shape 474"/>
          <p:cNvSpPr/>
          <p:nvPr/>
        </p:nvSpPr>
        <p:spPr>
          <a:xfrm>
            <a:off x="109728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7" name="Shape 475"/>
          <p:cNvSpPr/>
          <p:nvPr/>
        </p:nvSpPr>
        <p:spPr>
          <a:xfrm>
            <a:off x="114300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8" name="Shape 476"/>
          <p:cNvSpPr/>
          <p:nvPr/>
        </p:nvSpPr>
        <p:spPr>
          <a:xfrm>
            <a:off x="118872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9" name="Shape 477"/>
          <p:cNvSpPr/>
          <p:nvPr/>
        </p:nvSpPr>
        <p:spPr>
          <a:xfrm>
            <a:off x="123444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0" name="Shape 478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0A2E"/>
          </a:solidFill>
          <a:ln w="1905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1" name="Shape 479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2" name="Text 480"/>
          <p:cNvSpPr/>
          <p:nvPr/>
        </p:nvSpPr>
        <p:spPr>
          <a:xfrm>
            <a:off x="164592" y="4572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Hate Speech and Toxicity Mining Using NLP</a:t>
            </a:r>
            <a:endParaRPr lang="en-US" sz="2000" dirty="0"/>
          </a:p>
        </p:txBody>
      </p:sp>
      <p:sp>
        <p:nvSpPr>
          <p:cNvPr id="483" name="Shape 481"/>
          <p:cNvSpPr/>
          <p:nvPr/>
        </p:nvSpPr>
        <p:spPr>
          <a:xfrm>
            <a:off x="8613648" y="91440"/>
            <a:ext cx="3419856" cy="475488"/>
          </a:xfrm>
          <a:prstGeom prst="roundRect">
            <a:avLst>
              <a:gd name="adj" fmla="val 9615"/>
            </a:avLst>
          </a:prstGeom>
          <a:solidFill>
            <a:srgbClr val="00C2CB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4" name="Text 482"/>
          <p:cNvSpPr/>
          <p:nvPr/>
        </p:nvSpPr>
        <p:spPr>
          <a:xfrm>
            <a:off x="8613648" y="91440"/>
            <a:ext cx="3419856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Jigsaw (1.8M) + TweetEval (9K) | 58,954 modeling records</a:t>
            </a:r>
            <a:endParaRPr lang="en-US" sz="700" dirty="0"/>
          </a:p>
        </p:txBody>
      </p:sp>
      <p:sp>
        <p:nvSpPr>
          <p:cNvPr id="485" name="Shape 483"/>
          <p:cNvSpPr/>
          <p:nvPr/>
        </p:nvSpPr>
        <p:spPr>
          <a:xfrm>
            <a:off x="164592" y="749808"/>
            <a:ext cx="5742432" cy="5815584"/>
          </a:xfrm>
          <a:prstGeom prst="rect">
            <a:avLst/>
          </a:prstGeom>
          <a:solidFill>
            <a:srgbClr val="2D1446"/>
          </a:solidFill>
          <a:ln w="9525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6" name="Shape 484"/>
          <p:cNvSpPr/>
          <p:nvPr/>
        </p:nvSpPr>
        <p:spPr>
          <a:xfrm>
            <a:off x="6281928" y="749808"/>
            <a:ext cx="5742432" cy="5815584"/>
          </a:xfrm>
          <a:prstGeom prst="rect">
            <a:avLst/>
          </a:prstGeom>
          <a:solidFill>
            <a:srgbClr val="2D144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7" name="Shape 485"/>
          <p:cNvSpPr/>
          <p:nvPr/>
        </p:nvSpPr>
        <p:spPr>
          <a:xfrm>
            <a:off x="164592" y="749808"/>
            <a:ext cx="5742432" cy="31089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8" name="Text 486"/>
          <p:cNvSpPr/>
          <p:nvPr/>
        </p:nvSpPr>
        <p:spPr>
          <a:xfrm>
            <a:off x="228600" y="749808"/>
            <a:ext cx="5650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489" name="Text 487"/>
          <p:cNvSpPr/>
          <p:nvPr/>
        </p:nvSpPr>
        <p:spPr>
          <a:xfrm>
            <a:off x="256032" y="1152144"/>
            <a:ext cx="5559552" cy="23774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NLP pipeline for detecting hate speech and toxicity across social media. Covers data acquisition through model evaluation.
</a:t>
            </a: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sources: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Jigsaw Civil Comments (~1.8M forum comments) and TweetEval benchmark (9,000 tweets).
</a:t>
            </a: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modeling dataset: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58,954 records after stratified sampling and merging.
</a:t>
            </a: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split: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51.2% non-toxic, 48.8% toxic — reasonably balanced.
</a:t>
            </a: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challenge: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2.6% vocabulary overlap between Jigsaw and Twitter, creating a cross-platform domain gap.</a:t>
            </a:r>
            <a:endParaRPr lang="en-US" sz="1000" dirty="0"/>
          </a:p>
        </p:txBody>
      </p:sp>
      <p:sp>
        <p:nvSpPr>
          <p:cNvPr id="490" name="Shape 488"/>
          <p:cNvSpPr/>
          <p:nvPr/>
        </p:nvSpPr>
        <p:spPr>
          <a:xfrm>
            <a:off x="301752" y="3639312"/>
            <a:ext cx="5468112" cy="0"/>
          </a:xfrm>
          <a:prstGeom prst="line">
            <a:avLst/>
          </a:prstGeom>
          <a:noFill/>
          <a:ln w="9525">
            <a:solidFill>
              <a:srgbClr val="00C2C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1" name="Text 489"/>
          <p:cNvSpPr/>
          <p:nvPr/>
        </p:nvSpPr>
        <p:spPr>
          <a:xfrm>
            <a:off x="256032" y="3730752"/>
            <a:ext cx="5559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at a Glance</a:t>
            </a:r>
            <a:endParaRPr lang="en-US" sz="1000" dirty="0"/>
          </a:p>
        </p:txBody>
      </p:sp>
      <p:sp>
        <p:nvSpPr>
          <p:cNvPr id="492" name="Shape 490"/>
          <p:cNvSpPr/>
          <p:nvPr/>
        </p:nvSpPr>
        <p:spPr>
          <a:xfrm>
            <a:off x="256032" y="4041648"/>
            <a:ext cx="1348740" cy="1005840"/>
          </a:xfrm>
          <a:prstGeom prst="roundRect">
            <a:avLst>
              <a:gd name="adj" fmla="val 6364"/>
            </a:avLst>
          </a:prstGeom>
          <a:solidFill>
            <a:srgbClr val="00C2CB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3" name="Text 491"/>
          <p:cNvSpPr/>
          <p:nvPr/>
        </p:nvSpPr>
        <p:spPr>
          <a:xfrm>
            <a:off x="256032" y="4114800"/>
            <a:ext cx="13487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94" name="Text 492"/>
          <p:cNvSpPr/>
          <p:nvPr/>
        </p:nvSpPr>
        <p:spPr>
          <a:xfrm>
            <a:off x="256032" y="4590288"/>
            <a:ext cx="134874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Tested</a:t>
            </a:r>
            <a:endParaRPr lang="en-US" sz="800" dirty="0"/>
          </a:p>
        </p:txBody>
      </p:sp>
      <p:sp>
        <p:nvSpPr>
          <p:cNvPr id="495" name="Shape 493"/>
          <p:cNvSpPr/>
          <p:nvPr/>
        </p:nvSpPr>
        <p:spPr>
          <a:xfrm>
            <a:off x="1659636" y="4041648"/>
            <a:ext cx="1348740" cy="1005840"/>
          </a:xfrm>
          <a:prstGeom prst="roundRect">
            <a:avLst>
              <a:gd name="adj" fmla="val 6364"/>
            </a:avLst>
          </a:prstGeom>
          <a:solidFill>
            <a:srgbClr val="00C2CB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6" name="Text 494"/>
          <p:cNvSpPr/>
          <p:nvPr/>
        </p:nvSpPr>
        <p:spPr>
          <a:xfrm>
            <a:off x="1659636" y="4114800"/>
            <a:ext cx="13487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87.12%</a:t>
            </a:r>
            <a:endParaRPr lang="en-US" sz="1600" dirty="0"/>
          </a:p>
        </p:txBody>
      </p:sp>
      <p:sp>
        <p:nvSpPr>
          <p:cNvPr id="497" name="Text 495"/>
          <p:cNvSpPr/>
          <p:nvPr/>
        </p:nvSpPr>
        <p:spPr>
          <a:xfrm>
            <a:off x="1659636" y="4590288"/>
            <a:ext cx="134874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800" dirty="0"/>
          </a:p>
        </p:txBody>
      </p:sp>
      <p:sp>
        <p:nvSpPr>
          <p:cNvPr id="498" name="Shape 496"/>
          <p:cNvSpPr/>
          <p:nvPr/>
        </p:nvSpPr>
        <p:spPr>
          <a:xfrm>
            <a:off x="3063240" y="4041648"/>
            <a:ext cx="1348740" cy="1005840"/>
          </a:xfrm>
          <a:prstGeom prst="roundRect">
            <a:avLst>
              <a:gd name="adj" fmla="val 6364"/>
            </a:avLst>
          </a:prstGeom>
          <a:solidFill>
            <a:srgbClr val="00C2CB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9" name="Text 497"/>
          <p:cNvSpPr/>
          <p:nvPr/>
        </p:nvSpPr>
        <p:spPr>
          <a:xfrm>
            <a:off x="3063240" y="4114800"/>
            <a:ext cx="13487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87.39%</a:t>
            </a:r>
            <a:endParaRPr lang="en-US" sz="1600" dirty="0"/>
          </a:p>
        </p:txBody>
      </p:sp>
      <p:sp>
        <p:nvSpPr>
          <p:cNvPr id="500" name="Text 498"/>
          <p:cNvSpPr/>
          <p:nvPr/>
        </p:nvSpPr>
        <p:spPr>
          <a:xfrm>
            <a:off x="3063240" y="4590288"/>
            <a:ext cx="134874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</a:t>
            </a:r>
            <a:endParaRPr lang="en-US" sz="800" dirty="0"/>
          </a:p>
        </p:txBody>
      </p:sp>
      <p:sp>
        <p:nvSpPr>
          <p:cNvPr id="501" name="Shape 499"/>
          <p:cNvSpPr/>
          <p:nvPr/>
        </p:nvSpPr>
        <p:spPr>
          <a:xfrm>
            <a:off x="4466844" y="4041648"/>
            <a:ext cx="1348740" cy="1005840"/>
          </a:xfrm>
          <a:prstGeom prst="roundRect">
            <a:avLst>
              <a:gd name="adj" fmla="val 6364"/>
            </a:avLst>
          </a:prstGeom>
          <a:solidFill>
            <a:srgbClr val="00C2CB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2" name="Text 500"/>
          <p:cNvSpPr/>
          <p:nvPr/>
        </p:nvSpPr>
        <p:spPr>
          <a:xfrm>
            <a:off x="4466844" y="4114800"/>
            <a:ext cx="13487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503" name="Text 501"/>
          <p:cNvSpPr/>
          <p:nvPr/>
        </p:nvSpPr>
        <p:spPr>
          <a:xfrm>
            <a:off x="4466844" y="4590288"/>
            <a:ext cx="134874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Categories</a:t>
            </a:r>
            <a:endParaRPr lang="en-US" sz="800" dirty="0"/>
          </a:p>
        </p:txBody>
      </p:sp>
      <p:sp>
        <p:nvSpPr>
          <p:cNvPr id="504" name="Text 502"/>
          <p:cNvSpPr/>
          <p:nvPr/>
        </p:nvSpPr>
        <p:spPr>
          <a:xfrm>
            <a:off x="256032" y="5157216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Distribution in Modeling Dataset</a:t>
            </a:r>
            <a:endParaRPr lang="en-US" sz="900" dirty="0"/>
          </a:p>
        </p:txBody>
      </p:sp>
      <p:sp>
        <p:nvSpPr>
          <p:cNvPr id="505" name="Shape 503"/>
          <p:cNvSpPr/>
          <p:nvPr/>
        </p:nvSpPr>
        <p:spPr>
          <a:xfrm>
            <a:off x="164592" y="5431536"/>
            <a:ext cx="2928640" cy="402336"/>
          </a:xfrm>
          <a:prstGeom prst="rect">
            <a:avLst/>
          </a:prstGeom>
          <a:solidFill>
            <a:srgbClr val="009DA5"/>
          </a:solidFill>
          <a:ln w="12700">
            <a:solidFill>
              <a:srgbClr val="009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6" name="Text 504"/>
          <p:cNvSpPr/>
          <p:nvPr/>
        </p:nvSpPr>
        <p:spPr>
          <a:xfrm>
            <a:off x="164592" y="5431536"/>
            <a:ext cx="292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Non-Toxic 51.2%</a:t>
            </a:r>
            <a:endParaRPr lang="en-US" sz="900" dirty="0"/>
          </a:p>
        </p:txBody>
      </p:sp>
      <p:sp>
        <p:nvSpPr>
          <p:cNvPr id="507" name="Shape 505"/>
          <p:cNvSpPr/>
          <p:nvPr/>
        </p:nvSpPr>
        <p:spPr>
          <a:xfrm>
            <a:off x="3093232" y="5431536"/>
            <a:ext cx="2813792" cy="402336"/>
          </a:xfrm>
          <a:prstGeom prst="rect">
            <a:avLst/>
          </a:prstGeom>
          <a:solidFill>
            <a:srgbClr val="8B1A3A"/>
          </a:solidFill>
          <a:ln w="12700">
            <a:solidFill>
              <a:srgbClr val="8B1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8" name="Text 506"/>
          <p:cNvSpPr/>
          <p:nvPr/>
        </p:nvSpPr>
        <p:spPr>
          <a:xfrm>
            <a:off x="3093232" y="5431536"/>
            <a:ext cx="2813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 48.8%</a:t>
            </a:r>
            <a:endParaRPr lang="en-US" sz="900" dirty="0"/>
          </a:p>
        </p:txBody>
      </p:sp>
      <p:sp>
        <p:nvSpPr>
          <p:cNvPr id="509" name="Shape 507"/>
          <p:cNvSpPr/>
          <p:nvPr/>
        </p:nvSpPr>
        <p:spPr>
          <a:xfrm>
            <a:off x="256032" y="5925312"/>
            <a:ext cx="5559552" cy="566928"/>
          </a:xfrm>
          <a:prstGeom prst="roundRect">
            <a:avLst>
              <a:gd name="adj" fmla="val 9677"/>
            </a:avLst>
          </a:prstGeom>
          <a:solidFill>
            <a:srgbClr val="1A0A3E"/>
          </a:solidFill>
          <a:ln w="12700">
            <a:solidFill>
              <a:srgbClr val="F5A62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10" name="Text 508"/>
          <p:cNvSpPr/>
          <p:nvPr/>
        </p:nvSpPr>
        <p:spPr>
          <a:xfrm>
            <a:off x="329184" y="5961888"/>
            <a:ext cx="5413248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Cross-platform challenge: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2.6% vocabulary overlap between Jigsaw forum text and Twitter — domain gap is the primary generalization obstacle.</a:t>
            </a:r>
            <a:endParaRPr lang="en-US" sz="850" dirty="0"/>
          </a:p>
        </p:txBody>
      </p:sp>
      <p:sp>
        <p:nvSpPr>
          <p:cNvPr id="511" name="Shape 509"/>
          <p:cNvSpPr/>
          <p:nvPr/>
        </p:nvSpPr>
        <p:spPr>
          <a:xfrm>
            <a:off x="6281928" y="749808"/>
            <a:ext cx="5742432" cy="31089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2" name="Text 510"/>
          <p:cNvSpPr/>
          <p:nvPr/>
        </p:nvSpPr>
        <p:spPr>
          <a:xfrm>
            <a:off x="6345936" y="749808"/>
            <a:ext cx="5650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Team</a:t>
            </a:r>
            <a:endParaRPr lang="en-US" sz="1200" dirty="0"/>
          </a:p>
        </p:txBody>
      </p:sp>
      <p:sp>
        <p:nvSpPr>
          <p:cNvPr id="513" name="Shape 511"/>
          <p:cNvSpPr/>
          <p:nvPr/>
        </p:nvSpPr>
        <p:spPr>
          <a:xfrm>
            <a:off x="6281928" y="1152144"/>
            <a:ext cx="2734056" cy="2194560"/>
          </a:xfrm>
          <a:prstGeom prst="rect">
            <a:avLst/>
          </a:prstGeom>
          <a:solidFill>
            <a:srgbClr val="2D1446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4" name="Shape 512"/>
          <p:cNvSpPr/>
          <p:nvPr/>
        </p:nvSpPr>
        <p:spPr>
          <a:xfrm>
            <a:off x="6281928" y="1152144"/>
            <a:ext cx="2734056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5" name="Shape 513"/>
          <p:cNvSpPr/>
          <p:nvPr/>
        </p:nvSpPr>
        <p:spPr>
          <a:xfrm>
            <a:off x="7420356" y="1316736"/>
            <a:ext cx="457200" cy="457200"/>
          </a:xfrm>
          <a:prstGeom prst="ellipse">
            <a:avLst/>
          </a:prstGeom>
          <a:solidFill>
            <a:srgbClr val="00C2CB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6" name="Text 514"/>
          <p:cNvSpPr/>
          <p:nvPr/>
        </p:nvSpPr>
        <p:spPr>
          <a:xfrm>
            <a:off x="7420356" y="1316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HJ</a:t>
            </a:r>
            <a:endParaRPr lang="en-US" sz="1300" dirty="0"/>
          </a:p>
        </p:txBody>
      </p:sp>
      <p:sp>
        <p:nvSpPr>
          <p:cNvPr id="517" name="Text 515"/>
          <p:cNvSpPr/>
          <p:nvPr/>
        </p:nvSpPr>
        <p:spPr>
          <a:xfrm>
            <a:off x="6327648" y="1837944"/>
            <a:ext cx="2642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Jain</a:t>
            </a:r>
            <a:endParaRPr lang="en-US" sz="1100" dirty="0"/>
          </a:p>
        </p:txBody>
      </p:sp>
      <p:sp>
        <p:nvSpPr>
          <p:cNvPr id="518" name="Shape 516"/>
          <p:cNvSpPr/>
          <p:nvPr/>
        </p:nvSpPr>
        <p:spPr>
          <a:xfrm>
            <a:off x="6373368" y="2231136"/>
            <a:ext cx="2551176" cy="1005840"/>
          </a:xfrm>
          <a:prstGeom prst="roundRect">
            <a:avLst>
              <a:gd name="adj" fmla="val 4545"/>
            </a:avLst>
          </a:prstGeom>
          <a:solidFill>
            <a:srgbClr val="2A1050"/>
          </a:solidFill>
          <a:ln w="635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9" name="Text 517"/>
          <p:cNvSpPr/>
          <p:nvPr/>
        </p:nvSpPr>
        <p:spPr>
          <a:xfrm>
            <a:off x="6373368" y="2231136"/>
            <a:ext cx="2551176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Clustering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(KMeans, t-SNE, Class Distribution, Vocabulary Analysis)</a:t>
            </a:r>
            <a:endParaRPr lang="en-US" sz="900" dirty="0"/>
          </a:p>
        </p:txBody>
      </p:sp>
      <p:sp>
        <p:nvSpPr>
          <p:cNvPr id="520" name="Shape 518"/>
          <p:cNvSpPr/>
          <p:nvPr/>
        </p:nvSpPr>
        <p:spPr>
          <a:xfrm>
            <a:off x="9144000" y="1152144"/>
            <a:ext cx="2734056" cy="2194560"/>
          </a:xfrm>
          <a:prstGeom prst="rect">
            <a:avLst/>
          </a:prstGeom>
          <a:solidFill>
            <a:srgbClr val="2D1446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1" name="Shape 519"/>
          <p:cNvSpPr/>
          <p:nvPr/>
        </p:nvSpPr>
        <p:spPr>
          <a:xfrm>
            <a:off x="9144000" y="1152144"/>
            <a:ext cx="2734056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2" name="Shape 520"/>
          <p:cNvSpPr/>
          <p:nvPr/>
        </p:nvSpPr>
        <p:spPr>
          <a:xfrm>
            <a:off x="10282428" y="1316736"/>
            <a:ext cx="457200" cy="457200"/>
          </a:xfrm>
          <a:prstGeom prst="ellipse">
            <a:avLst/>
          </a:prstGeom>
          <a:solidFill>
            <a:srgbClr val="00C2CB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3" name="Text 521"/>
          <p:cNvSpPr/>
          <p:nvPr/>
        </p:nvSpPr>
        <p:spPr>
          <a:xfrm>
            <a:off x="10282428" y="1316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300" dirty="0"/>
          </a:p>
        </p:txBody>
      </p:sp>
      <p:sp>
        <p:nvSpPr>
          <p:cNvPr id="524" name="Text 522"/>
          <p:cNvSpPr/>
          <p:nvPr/>
        </p:nvSpPr>
        <p:spPr>
          <a:xfrm>
            <a:off x="9189720" y="1837944"/>
            <a:ext cx="2642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Hipparkar</a:t>
            </a:r>
            <a:endParaRPr lang="en-US" sz="1100" dirty="0"/>
          </a:p>
        </p:txBody>
      </p:sp>
      <p:sp>
        <p:nvSpPr>
          <p:cNvPr id="525" name="Shape 523"/>
          <p:cNvSpPr/>
          <p:nvPr/>
        </p:nvSpPr>
        <p:spPr>
          <a:xfrm>
            <a:off x="9235440" y="2231136"/>
            <a:ext cx="2551176" cy="1005840"/>
          </a:xfrm>
          <a:prstGeom prst="roundRect">
            <a:avLst>
              <a:gd name="adj" fmla="val 4545"/>
            </a:avLst>
          </a:prstGeom>
          <a:solidFill>
            <a:srgbClr val="2A1050"/>
          </a:solidFill>
          <a:ln w="635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6" name="Text 524"/>
          <p:cNvSpPr/>
          <p:nvPr/>
        </p:nvSpPr>
        <p:spPr>
          <a:xfrm>
            <a:off x="9235440" y="2231136"/>
            <a:ext cx="2551176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/ SVD</a:t>
            </a:r>
            <a:endParaRPr lang="en-US" sz="900" dirty="0"/>
          </a:p>
        </p:txBody>
      </p:sp>
      <p:sp>
        <p:nvSpPr>
          <p:cNvPr id="527" name="Shape 525"/>
          <p:cNvSpPr/>
          <p:nvPr/>
        </p:nvSpPr>
        <p:spPr>
          <a:xfrm>
            <a:off x="6281928" y="3456432"/>
            <a:ext cx="2734056" cy="2194560"/>
          </a:xfrm>
          <a:prstGeom prst="rect">
            <a:avLst/>
          </a:prstGeom>
          <a:solidFill>
            <a:srgbClr val="2D1446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8" name="Shape 526"/>
          <p:cNvSpPr/>
          <p:nvPr/>
        </p:nvSpPr>
        <p:spPr>
          <a:xfrm>
            <a:off x="6281928" y="3456432"/>
            <a:ext cx="2734056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9" name="Shape 527"/>
          <p:cNvSpPr/>
          <p:nvPr/>
        </p:nvSpPr>
        <p:spPr>
          <a:xfrm>
            <a:off x="7420356" y="3621024"/>
            <a:ext cx="457200" cy="457200"/>
          </a:xfrm>
          <a:prstGeom prst="ellipse">
            <a:avLst/>
          </a:prstGeom>
          <a:solidFill>
            <a:srgbClr val="00C2CB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0" name="Text 528"/>
          <p:cNvSpPr/>
          <p:nvPr/>
        </p:nvSpPr>
        <p:spPr>
          <a:xfrm>
            <a:off x="7420356" y="3621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</a:t>
            </a:r>
            <a:endParaRPr lang="en-US" sz="1300" dirty="0"/>
          </a:p>
        </p:txBody>
      </p:sp>
      <p:sp>
        <p:nvSpPr>
          <p:cNvPr id="531" name="Text 529"/>
          <p:cNvSpPr/>
          <p:nvPr/>
        </p:nvSpPr>
        <p:spPr>
          <a:xfrm>
            <a:off x="6327648" y="4142232"/>
            <a:ext cx="2642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Augustine Joy</a:t>
            </a:r>
            <a:endParaRPr lang="en-US" sz="1100" dirty="0"/>
          </a:p>
        </p:txBody>
      </p:sp>
      <p:sp>
        <p:nvSpPr>
          <p:cNvPr id="532" name="Shape 530"/>
          <p:cNvSpPr/>
          <p:nvPr/>
        </p:nvSpPr>
        <p:spPr>
          <a:xfrm>
            <a:off x="6373368" y="4535424"/>
            <a:ext cx="2551176" cy="1005840"/>
          </a:xfrm>
          <a:prstGeom prst="roundRect">
            <a:avLst>
              <a:gd name="adj" fmla="val 4545"/>
            </a:avLst>
          </a:prstGeom>
          <a:solidFill>
            <a:srgbClr val="2A1050"/>
          </a:solidFill>
          <a:ln w="635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3" name="Text 531"/>
          <p:cNvSpPr/>
          <p:nvPr/>
        </p:nvSpPr>
        <p:spPr>
          <a:xfrm>
            <a:off x="6373368" y="4535424"/>
            <a:ext cx="2551176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</a:t>
            </a:r>
            <a:endParaRPr lang="en-US" sz="900" dirty="0"/>
          </a:p>
        </p:txBody>
      </p:sp>
      <p:sp>
        <p:nvSpPr>
          <p:cNvPr id="534" name="Shape 532"/>
          <p:cNvSpPr/>
          <p:nvPr/>
        </p:nvSpPr>
        <p:spPr>
          <a:xfrm>
            <a:off x="9144000" y="3456432"/>
            <a:ext cx="2734056" cy="2194560"/>
          </a:xfrm>
          <a:prstGeom prst="rect">
            <a:avLst/>
          </a:prstGeom>
          <a:solidFill>
            <a:srgbClr val="2D1446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5" name="Shape 533"/>
          <p:cNvSpPr/>
          <p:nvPr/>
        </p:nvSpPr>
        <p:spPr>
          <a:xfrm>
            <a:off x="9144000" y="3456432"/>
            <a:ext cx="2734056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6" name="Shape 534"/>
          <p:cNvSpPr/>
          <p:nvPr/>
        </p:nvSpPr>
        <p:spPr>
          <a:xfrm>
            <a:off x="10282428" y="3621024"/>
            <a:ext cx="457200" cy="457200"/>
          </a:xfrm>
          <a:prstGeom prst="ellipse">
            <a:avLst/>
          </a:prstGeom>
          <a:solidFill>
            <a:srgbClr val="00C2CB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7" name="Text 535"/>
          <p:cNvSpPr/>
          <p:nvPr/>
        </p:nvSpPr>
        <p:spPr>
          <a:xfrm>
            <a:off x="10282428" y="3621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</a:t>
            </a:r>
            <a:endParaRPr lang="en-US" sz="1300" dirty="0"/>
          </a:p>
        </p:txBody>
      </p:sp>
      <p:sp>
        <p:nvSpPr>
          <p:cNvPr id="538" name="Text 536"/>
          <p:cNvSpPr/>
          <p:nvPr/>
        </p:nvSpPr>
        <p:spPr>
          <a:xfrm>
            <a:off x="9189720" y="4142232"/>
            <a:ext cx="2642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Glen Vadakkoott</a:t>
            </a:r>
            <a:endParaRPr lang="en-US" sz="1100" dirty="0"/>
          </a:p>
        </p:txBody>
      </p:sp>
      <p:sp>
        <p:nvSpPr>
          <p:cNvPr id="539" name="Shape 537"/>
          <p:cNvSpPr/>
          <p:nvPr/>
        </p:nvSpPr>
        <p:spPr>
          <a:xfrm>
            <a:off x="9235440" y="4535424"/>
            <a:ext cx="2551176" cy="1005840"/>
          </a:xfrm>
          <a:prstGeom prst="roundRect">
            <a:avLst>
              <a:gd name="adj" fmla="val 4545"/>
            </a:avLst>
          </a:prstGeom>
          <a:solidFill>
            <a:srgbClr val="2A1050"/>
          </a:solidFill>
          <a:ln w="635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0" name="Text 538"/>
          <p:cNvSpPr/>
          <p:nvPr/>
        </p:nvSpPr>
        <p:spPr>
          <a:xfrm>
            <a:off x="9235440" y="4535424"/>
            <a:ext cx="2551176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Clustering, Pattern Mining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900" dirty="0"/>
          </a:p>
        </p:txBody>
      </p:sp>
      <p:sp>
        <p:nvSpPr>
          <p:cNvPr id="541" name="Shape 539"/>
          <p:cNvSpPr/>
          <p:nvPr/>
        </p:nvSpPr>
        <p:spPr>
          <a:xfrm>
            <a:off x="6281928" y="5742432"/>
            <a:ext cx="5742432" cy="786384"/>
          </a:xfrm>
          <a:prstGeom prst="rect">
            <a:avLst/>
          </a:prstGeom>
          <a:solidFill>
            <a:srgbClr val="2A105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2" name="Shape 540"/>
          <p:cNvSpPr/>
          <p:nvPr/>
        </p:nvSpPr>
        <p:spPr>
          <a:xfrm>
            <a:off x="6281928" y="5742432"/>
            <a:ext cx="5742432" cy="2377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3" name="Text 541"/>
          <p:cNvSpPr/>
          <p:nvPr/>
        </p:nvSpPr>
        <p:spPr>
          <a:xfrm>
            <a:off x="6355080" y="5742432"/>
            <a:ext cx="5614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11 — Project Links</a:t>
            </a:r>
            <a:endParaRPr lang="en-US" sz="950" dirty="0"/>
          </a:p>
        </p:txBody>
      </p:sp>
      <p:sp>
        <p:nvSpPr>
          <p:cNvPr id="544" name="Shape 542"/>
          <p:cNvSpPr/>
          <p:nvPr/>
        </p:nvSpPr>
        <p:spPr>
          <a:xfrm>
            <a:off x="6373368" y="6053328"/>
            <a:ext cx="182880" cy="18288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5" name="Text 543"/>
          <p:cNvSpPr/>
          <p:nvPr/>
        </p:nvSpPr>
        <p:spPr>
          <a:xfrm>
            <a:off x="6611112" y="6016752"/>
            <a:ext cx="5340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r>
              <a:rPr lang="en-US" sz="850" u="sng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github.com/glenpaulson/toxicity-mining-nlp</a:t>
            </a:r>
            <a:endParaRPr lang="en-US" sz="850" dirty="0"/>
          </a:p>
        </p:txBody>
      </p:sp>
      <p:sp>
        <p:nvSpPr>
          <p:cNvPr id="546" name="Shape 544"/>
          <p:cNvSpPr/>
          <p:nvPr/>
        </p:nvSpPr>
        <p:spPr>
          <a:xfrm>
            <a:off x="6373368" y="6309360"/>
            <a:ext cx="182880" cy="182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7" name="Text 545"/>
          <p:cNvSpPr/>
          <p:nvPr/>
        </p:nvSpPr>
        <p:spPr>
          <a:xfrm>
            <a:off x="6611112" y="6272784"/>
            <a:ext cx="5340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Website: </a:t>
            </a:r>
            <a:r>
              <a:rPr lang="en-US" sz="850" u="sng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glenpaulson.github.io/toxicity-mining-website</a:t>
            </a:r>
            <a:endParaRPr lang="en-US" sz="850" dirty="0"/>
          </a:p>
        </p:txBody>
      </p:sp>
      <p:sp>
        <p:nvSpPr>
          <p:cNvPr id="548" name="Shape 54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7A80"/>
          </a:solidFill>
          <a:ln w="12700">
            <a:solidFill>
              <a:srgbClr val="007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9" name="Text 54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5502 Data Mining  ·  Group 11  ·  University of Colorado Boulder  ·  Spring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41148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144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9436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9728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60020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10312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60604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10896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1188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11480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61772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12064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62356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12648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62940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13232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63524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13816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64108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914400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964692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014984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065276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115568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1165860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1216152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1266444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1316736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1367028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572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9144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13716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18288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22860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27432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32004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36576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1148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5720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50292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54864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59436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64008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68580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73152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77724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82296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86868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91440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96012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100584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105156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109728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114300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118872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123444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4572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9144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13716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18288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22860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27432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32004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36576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41148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45720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50292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54864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59436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Shape 72"/>
          <p:cNvSpPr/>
          <p:nvPr/>
        </p:nvSpPr>
        <p:spPr>
          <a:xfrm>
            <a:off x="64008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73"/>
          <p:cNvSpPr/>
          <p:nvPr/>
        </p:nvSpPr>
        <p:spPr>
          <a:xfrm>
            <a:off x="68580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73152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Shape 75"/>
          <p:cNvSpPr/>
          <p:nvPr/>
        </p:nvSpPr>
        <p:spPr>
          <a:xfrm>
            <a:off x="77724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82296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86868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Shape 78"/>
          <p:cNvSpPr/>
          <p:nvPr/>
        </p:nvSpPr>
        <p:spPr>
          <a:xfrm>
            <a:off x="91440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96012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Shape 80"/>
          <p:cNvSpPr/>
          <p:nvPr/>
        </p:nvSpPr>
        <p:spPr>
          <a:xfrm>
            <a:off x="100584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81"/>
          <p:cNvSpPr/>
          <p:nvPr/>
        </p:nvSpPr>
        <p:spPr>
          <a:xfrm>
            <a:off x="105156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109728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Shape 83"/>
          <p:cNvSpPr/>
          <p:nvPr/>
        </p:nvSpPr>
        <p:spPr>
          <a:xfrm>
            <a:off x="114300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Shape 84"/>
          <p:cNvSpPr/>
          <p:nvPr/>
        </p:nvSpPr>
        <p:spPr>
          <a:xfrm>
            <a:off x="118872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Shape 85"/>
          <p:cNvSpPr/>
          <p:nvPr/>
        </p:nvSpPr>
        <p:spPr>
          <a:xfrm>
            <a:off x="123444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6"/>
          <p:cNvSpPr/>
          <p:nvPr/>
        </p:nvSpPr>
        <p:spPr>
          <a:xfrm>
            <a:off x="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Shape 87"/>
          <p:cNvSpPr/>
          <p:nvPr/>
        </p:nvSpPr>
        <p:spPr>
          <a:xfrm>
            <a:off x="4572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8"/>
          <p:cNvSpPr/>
          <p:nvPr/>
        </p:nvSpPr>
        <p:spPr>
          <a:xfrm>
            <a:off x="9144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9"/>
          <p:cNvSpPr/>
          <p:nvPr/>
        </p:nvSpPr>
        <p:spPr>
          <a:xfrm>
            <a:off x="13716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Shape 90"/>
          <p:cNvSpPr/>
          <p:nvPr/>
        </p:nvSpPr>
        <p:spPr>
          <a:xfrm>
            <a:off x="18288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Shape 91"/>
          <p:cNvSpPr/>
          <p:nvPr/>
        </p:nvSpPr>
        <p:spPr>
          <a:xfrm>
            <a:off x="22860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Shape 92"/>
          <p:cNvSpPr/>
          <p:nvPr/>
        </p:nvSpPr>
        <p:spPr>
          <a:xfrm>
            <a:off x="27432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Shape 93"/>
          <p:cNvSpPr/>
          <p:nvPr/>
        </p:nvSpPr>
        <p:spPr>
          <a:xfrm>
            <a:off x="32004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4"/>
          <p:cNvSpPr/>
          <p:nvPr/>
        </p:nvSpPr>
        <p:spPr>
          <a:xfrm>
            <a:off x="36576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Shape 95"/>
          <p:cNvSpPr/>
          <p:nvPr/>
        </p:nvSpPr>
        <p:spPr>
          <a:xfrm>
            <a:off x="41148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6"/>
          <p:cNvSpPr/>
          <p:nvPr/>
        </p:nvSpPr>
        <p:spPr>
          <a:xfrm>
            <a:off x="45720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Shape 97"/>
          <p:cNvSpPr/>
          <p:nvPr/>
        </p:nvSpPr>
        <p:spPr>
          <a:xfrm>
            <a:off x="50292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Shape 98"/>
          <p:cNvSpPr/>
          <p:nvPr/>
        </p:nvSpPr>
        <p:spPr>
          <a:xfrm>
            <a:off x="54864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Shape 99"/>
          <p:cNvSpPr/>
          <p:nvPr/>
        </p:nvSpPr>
        <p:spPr>
          <a:xfrm>
            <a:off x="59436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Shape 100"/>
          <p:cNvSpPr/>
          <p:nvPr/>
        </p:nvSpPr>
        <p:spPr>
          <a:xfrm>
            <a:off x="64008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Shape 101"/>
          <p:cNvSpPr/>
          <p:nvPr/>
        </p:nvSpPr>
        <p:spPr>
          <a:xfrm>
            <a:off x="68580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Shape 102"/>
          <p:cNvSpPr/>
          <p:nvPr/>
        </p:nvSpPr>
        <p:spPr>
          <a:xfrm>
            <a:off x="73152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Shape 103"/>
          <p:cNvSpPr/>
          <p:nvPr/>
        </p:nvSpPr>
        <p:spPr>
          <a:xfrm>
            <a:off x="77724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4"/>
          <p:cNvSpPr/>
          <p:nvPr/>
        </p:nvSpPr>
        <p:spPr>
          <a:xfrm>
            <a:off x="82296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" name="Shape 105"/>
          <p:cNvSpPr/>
          <p:nvPr/>
        </p:nvSpPr>
        <p:spPr>
          <a:xfrm>
            <a:off x="86868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8" name="Shape 106"/>
          <p:cNvSpPr/>
          <p:nvPr/>
        </p:nvSpPr>
        <p:spPr>
          <a:xfrm>
            <a:off x="91440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Shape 107"/>
          <p:cNvSpPr/>
          <p:nvPr/>
        </p:nvSpPr>
        <p:spPr>
          <a:xfrm>
            <a:off x="96012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0" name="Shape 108"/>
          <p:cNvSpPr/>
          <p:nvPr/>
        </p:nvSpPr>
        <p:spPr>
          <a:xfrm>
            <a:off x="100584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Shape 109"/>
          <p:cNvSpPr/>
          <p:nvPr/>
        </p:nvSpPr>
        <p:spPr>
          <a:xfrm>
            <a:off x="105156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10"/>
          <p:cNvSpPr/>
          <p:nvPr/>
        </p:nvSpPr>
        <p:spPr>
          <a:xfrm>
            <a:off x="109728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Shape 111"/>
          <p:cNvSpPr/>
          <p:nvPr/>
        </p:nvSpPr>
        <p:spPr>
          <a:xfrm>
            <a:off x="114300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2"/>
          <p:cNvSpPr/>
          <p:nvPr/>
        </p:nvSpPr>
        <p:spPr>
          <a:xfrm>
            <a:off x="118872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Shape 113"/>
          <p:cNvSpPr/>
          <p:nvPr/>
        </p:nvSpPr>
        <p:spPr>
          <a:xfrm>
            <a:off x="123444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6" name="Shape 114"/>
          <p:cNvSpPr/>
          <p:nvPr/>
        </p:nvSpPr>
        <p:spPr>
          <a:xfrm>
            <a:off x="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Shape 115"/>
          <p:cNvSpPr/>
          <p:nvPr/>
        </p:nvSpPr>
        <p:spPr>
          <a:xfrm>
            <a:off x="4572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8" name="Shape 116"/>
          <p:cNvSpPr/>
          <p:nvPr/>
        </p:nvSpPr>
        <p:spPr>
          <a:xfrm>
            <a:off x="9144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Shape 117"/>
          <p:cNvSpPr/>
          <p:nvPr/>
        </p:nvSpPr>
        <p:spPr>
          <a:xfrm>
            <a:off x="13716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Shape 118"/>
          <p:cNvSpPr/>
          <p:nvPr/>
        </p:nvSpPr>
        <p:spPr>
          <a:xfrm>
            <a:off x="18288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1" name="Shape 119"/>
          <p:cNvSpPr/>
          <p:nvPr/>
        </p:nvSpPr>
        <p:spPr>
          <a:xfrm>
            <a:off x="22860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20"/>
          <p:cNvSpPr/>
          <p:nvPr/>
        </p:nvSpPr>
        <p:spPr>
          <a:xfrm>
            <a:off x="27432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3" name="Shape 121"/>
          <p:cNvSpPr/>
          <p:nvPr/>
        </p:nvSpPr>
        <p:spPr>
          <a:xfrm>
            <a:off x="32004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4" name="Shape 122"/>
          <p:cNvSpPr/>
          <p:nvPr/>
        </p:nvSpPr>
        <p:spPr>
          <a:xfrm>
            <a:off x="36576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Shape 123"/>
          <p:cNvSpPr/>
          <p:nvPr/>
        </p:nvSpPr>
        <p:spPr>
          <a:xfrm>
            <a:off x="41148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6" name="Shape 124"/>
          <p:cNvSpPr/>
          <p:nvPr/>
        </p:nvSpPr>
        <p:spPr>
          <a:xfrm>
            <a:off x="45720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Shape 125"/>
          <p:cNvSpPr/>
          <p:nvPr/>
        </p:nvSpPr>
        <p:spPr>
          <a:xfrm>
            <a:off x="50292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8" name="Shape 126"/>
          <p:cNvSpPr/>
          <p:nvPr/>
        </p:nvSpPr>
        <p:spPr>
          <a:xfrm>
            <a:off x="54864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9" name="Shape 127"/>
          <p:cNvSpPr/>
          <p:nvPr/>
        </p:nvSpPr>
        <p:spPr>
          <a:xfrm>
            <a:off x="59436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8"/>
          <p:cNvSpPr/>
          <p:nvPr/>
        </p:nvSpPr>
        <p:spPr>
          <a:xfrm>
            <a:off x="64008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1" name="Shape 129"/>
          <p:cNvSpPr/>
          <p:nvPr/>
        </p:nvSpPr>
        <p:spPr>
          <a:xfrm>
            <a:off x="68580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2" name="Shape 130"/>
          <p:cNvSpPr/>
          <p:nvPr/>
        </p:nvSpPr>
        <p:spPr>
          <a:xfrm>
            <a:off x="73152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3" name="Shape 131"/>
          <p:cNvSpPr/>
          <p:nvPr/>
        </p:nvSpPr>
        <p:spPr>
          <a:xfrm>
            <a:off x="77724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4" name="Shape 132"/>
          <p:cNvSpPr/>
          <p:nvPr/>
        </p:nvSpPr>
        <p:spPr>
          <a:xfrm>
            <a:off x="82296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Shape 133"/>
          <p:cNvSpPr/>
          <p:nvPr/>
        </p:nvSpPr>
        <p:spPr>
          <a:xfrm>
            <a:off x="86868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6" name="Shape 134"/>
          <p:cNvSpPr/>
          <p:nvPr/>
        </p:nvSpPr>
        <p:spPr>
          <a:xfrm>
            <a:off x="91440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7" name="Shape 135"/>
          <p:cNvSpPr/>
          <p:nvPr/>
        </p:nvSpPr>
        <p:spPr>
          <a:xfrm>
            <a:off x="96012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8" name="Shape 136"/>
          <p:cNvSpPr/>
          <p:nvPr/>
        </p:nvSpPr>
        <p:spPr>
          <a:xfrm>
            <a:off x="100584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9" name="Shape 137"/>
          <p:cNvSpPr/>
          <p:nvPr/>
        </p:nvSpPr>
        <p:spPr>
          <a:xfrm>
            <a:off x="105156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0" name="Shape 138"/>
          <p:cNvSpPr/>
          <p:nvPr/>
        </p:nvSpPr>
        <p:spPr>
          <a:xfrm>
            <a:off x="109728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1" name="Shape 139"/>
          <p:cNvSpPr/>
          <p:nvPr/>
        </p:nvSpPr>
        <p:spPr>
          <a:xfrm>
            <a:off x="114300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2" name="Shape 140"/>
          <p:cNvSpPr/>
          <p:nvPr/>
        </p:nvSpPr>
        <p:spPr>
          <a:xfrm>
            <a:off x="118872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3" name="Shape 141"/>
          <p:cNvSpPr/>
          <p:nvPr/>
        </p:nvSpPr>
        <p:spPr>
          <a:xfrm>
            <a:off x="123444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4" name="Shape 142"/>
          <p:cNvSpPr/>
          <p:nvPr/>
        </p:nvSpPr>
        <p:spPr>
          <a:xfrm>
            <a:off x="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5" name="Shape 143"/>
          <p:cNvSpPr/>
          <p:nvPr/>
        </p:nvSpPr>
        <p:spPr>
          <a:xfrm>
            <a:off x="4572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6" name="Shape 144"/>
          <p:cNvSpPr/>
          <p:nvPr/>
        </p:nvSpPr>
        <p:spPr>
          <a:xfrm>
            <a:off x="9144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7" name="Shape 145"/>
          <p:cNvSpPr/>
          <p:nvPr/>
        </p:nvSpPr>
        <p:spPr>
          <a:xfrm>
            <a:off x="13716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8" name="Shape 146"/>
          <p:cNvSpPr/>
          <p:nvPr/>
        </p:nvSpPr>
        <p:spPr>
          <a:xfrm>
            <a:off x="18288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9" name="Shape 147"/>
          <p:cNvSpPr/>
          <p:nvPr/>
        </p:nvSpPr>
        <p:spPr>
          <a:xfrm>
            <a:off x="22860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0" name="Shape 148"/>
          <p:cNvSpPr/>
          <p:nvPr/>
        </p:nvSpPr>
        <p:spPr>
          <a:xfrm>
            <a:off x="27432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1" name="Shape 149"/>
          <p:cNvSpPr/>
          <p:nvPr/>
        </p:nvSpPr>
        <p:spPr>
          <a:xfrm>
            <a:off x="32004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2" name="Shape 150"/>
          <p:cNvSpPr/>
          <p:nvPr/>
        </p:nvSpPr>
        <p:spPr>
          <a:xfrm>
            <a:off x="36576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3" name="Shape 151"/>
          <p:cNvSpPr/>
          <p:nvPr/>
        </p:nvSpPr>
        <p:spPr>
          <a:xfrm>
            <a:off x="41148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4" name="Shape 152"/>
          <p:cNvSpPr/>
          <p:nvPr/>
        </p:nvSpPr>
        <p:spPr>
          <a:xfrm>
            <a:off x="45720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5" name="Shape 153"/>
          <p:cNvSpPr/>
          <p:nvPr/>
        </p:nvSpPr>
        <p:spPr>
          <a:xfrm>
            <a:off x="50292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6" name="Shape 154"/>
          <p:cNvSpPr/>
          <p:nvPr/>
        </p:nvSpPr>
        <p:spPr>
          <a:xfrm>
            <a:off x="54864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7" name="Shape 155"/>
          <p:cNvSpPr/>
          <p:nvPr/>
        </p:nvSpPr>
        <p:spPr>
          <a:xfrm>
            <a:off x="59436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8" name="Shape 156"/>
          <p:cNvSpPr/>
          <p:nvPr/>
        </p:nvSpPr>
        <p:spPr>
          <a:xfrm>
            <a:off x="64008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9" name="Shape 157"/>
          <p:cNvSpPr/>
          <p:nvPr/>
        </p:nvSpPr>
        <p:spPr>
          <a:xfrm>
            <a:off x="68580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0" name="Shape 158"/>
          <p:cNvSpPr/>
          <p:nvPr/>
        </p:nvSpPr>
        <p:spPr>
          <a:xfrm>
            <a:off x="73152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1" name="Shape 159"/>
          <p:cNvSpPr/>
          <p:nvPr/>
        </p:nvSpPr>
        <p:spPr>
          <a:xfrm>
            <a:off x="77724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2" name="Shape 160"/>
          <p:cNvSpPr/>
          <p:nvPr/>
        </p:nvSpPr>
        <p:spPr>
          <a:xfrm>
            <a:off x="82296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3" name="Shape 161"/>
          <p:cNvSpPr/>
          <p:nvPr/>
        </p:nvSpPr>
        <p:spPr>
          <a:xfrm>
            <a:off x="86868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4" name="Shape 162"/>
          <p:cNvSpPr/>
          <p:nvPr/>
        </p:nvSpPr>
        <p:spPr>
          <a:xfrm>
            <a:off x="91440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5" name="Shape 163"/>
          <p:cNvSpPr/>
          <p:nvPr/>
        </p:nvSpPr>
        <p:spPr>
          <a:xfrm>
            <a:off x="96012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6" name="Shape 164"/>
          <p:cNvSpPr/>
          <p:nvPr/>
        </p:nvSpPr>
        <p:spPr>
          <a:xfrm>
            <a:off x="100584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7" name="Shape 165"/>
          <p:cNvSpPr/>
          <p:nvPr/>
        </p:nvSpPr>
        <p:spPr>
          <a:xfrm>
            <a:off x="105156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8" name="Shape 166"/>
          <p:cNvSpPr/>
          <p:nvPr/>
        </p:nvSpPr>
        <p:spPr>
          <a:xfrm>
            <a:off x="109728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9" name="Shape 167"/>
          <p:cNvSpPr/>
          <p:nvPr/>
        </p:nvSpPr>
        <p:spPr>
          <a:xfrm>
            <a:off x="114300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0" name="Shape 168"/>
          <p:cNvSpPr/>
          <p:nvPr/>
        </p:nvSpPr>
        <p:spPr>
          <a:xfrm>
            <a:off x="118872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1" name="Shape 169"/>
          <p:cNvSpPr/>
          <p:nvPr/>
        </p:nvSpPr>
        <p:spPr>
          <a:xfrm>
            <a:off x="123444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2" name="Shape 170"/>
          <p:cNvSpPr/>
          <p:nvPr/>
        </p:nvSpPr>
        <p:spPr>
          <a:xfrm>
            <a:off x="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3" name="Shape 171"/>
          <p:cNvSpPr/>
          <p:nvPr/>
        </p:nvSpPr>
        <p:spPr>
          <a:xfrm>
            <a:off x="4572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4" name="Shape 172"/>
          <p:cNvSpPr/>
          <p:nvPr/>
        </p:nvSpPr>
        <p:spPr>
          <a:xfrm>
            <a:off x="9144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5" name="Shape 173"/>
          <p:cNvSpPr/>
          <p:nvPr/>
        </p:nvSpPr>
        <p:spPr>
          <a:xfrm>
            <a:off x="13716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6" name="Shape 174"/>
          <p:cNvSpPr/>
          <p:nvPr/>
        </p:nvSpPr>
        <p:spPr>
          <a:xfrm>
            <a:off x="18288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7" name="Shape 175"/>
          <p:cNvSpPr/>
          <p:nvPr/>
        </p:nvSpPr>
        <p:spPr>
          <a:xfrm>
            <a:off x="22860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8" name="Shape 176"/>
          <p:cNvSpPr/>
          <p:nvPr/>
        </p:nvSpPr>
        <p:spPr>
          <a:xfrm>
            <a:off x="27432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9" name="Shape 177"/>
          <p:cNvSpPr/>
          <p:nvPr/>
        </p:nvSpPr>
        <p:spPr>
          <a:xfrm>
            <a:off x="32004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0" name="Shape 178"/>
          <p:cNvSpPr/>
          <p:nvPr/>
        </p:nvSpPr>
        <p:spPr>
          <a:xfrm>
            <a:off x="36576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1" name="Shape 179"/>
          <p:cNvSpPr/>
          <p:nvPr/>
        </p:nvSpPr>
        <p:spPr>
          <a:xfrm>
            <a:off x="41148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2" name="Shape 180"/>
          <p:cNvSpPr/>
          <p:nvPr/>
        </p:nvSpPr>
        <p:spPr>
          <a:xfrm>
            <a:off x="45720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3" name="Shape 181"/>
          <p:cNvSpPr/>
          <p:nvPr/>
        </p:nvSpPr>
        <p:spPr>
          <a:xfrm>
            <a:off x="50292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4" name="Shape 182"/>
          <p:cNvSpPr/>
          <p:nvPr/>
        </p:nvSpPr>
        <p:spPr>
          <a:xfrm>
            <a:off x="54864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5" name="Shape 183"/>
          <p:cNvSpPr/>
          <p:nvPr/>
        </p:nvSpPr>
        <p:spPr>
          <a:xfrm>
            <a:off x="59436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6" name="Shape 184"/>
          <p:cNvSpPr/>
          <p:nvPr/>
        </p:nvSpPr>
        <p:spPr>
          <a:xfrm>
            <a:off x="64008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7" name="Shape 185"/>
          <p:cNvSpPr/>
          <p:nvPr/>
        </p:nvSpPr>
        <p:spPr>
          <a:xfrm>
            <a:off x="68580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8" name="Shape 186"/>
          <p:cNvSpPr/>
          <p:nvPr/>
        </p:nvSpPr>
        <p:spPr>
          <a:xfrm>
            <a:off x="73152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9" name="Shape 187"/>
          <p:cNvSpPr/>
          <p:nvPr/>
        </p:nvSpPr>
        <p:spPr>
          <a:xfrm>
            <a:off x="77724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0" name="Shape 188"/>
          <p:cNvSpPr/>
          <p:nvPr/>
        </p:nvSpPr>
        <p:spPr>
          <a:xfrm>
            <a:off x="82296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1" name="Shape 189"/>
          <p:cNvSpPr/>
          <p:nvPr/>
        </p:nvSpPr>
        <p:spPr>
          <a:xfrm>
            <a:off x="86868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2" name="Shape 190"/>
          <p:cNvSpPr/>
          <p:nvPr/>
        </p:nvSpPr>
        <p:spPr>
          <a:xfrm>
            <a:off x="91440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3" name="Shape 191"/>
          <p:cNvSpPr/>
          <p:nvPr/>
        </p:nvSpPr>
        <p:spPr>
          <a:xfrm>
            <a:off x="96012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4" name="Shape 192"/>
          <p:cNvSpPr/>
          <p:nvPr/>
        </p:nvSpPr>
        <p:spPr>
          <a:xfrm>
            <a:off x="100584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5" name="Shape 193"/>
          <p:cNvSpPr/>
          <p:nvPr/>
        </p:nvSpPr>
        <p:spPr>
          <a:xfrm>
            <a:off x="105156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6" name="Shape 194"/>
          <p:cNvSpPr/>
          <p:nvPr/>
        </p:nvSpPr>
        <p:spPr>
          <a:xfrm>
            <a:off x="109728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7" name="Shape 195"/>
          <p:cNvSpPr/>
          <p:nvPr/>
        </p:nvSpPr>
        <p:spPr>
          <a:xfrm>
            <a:off x="114300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8" name="Shape 196"/>
          <p:cNvSpPr/>
          <p:nvPr/>
        </p:nvSpPr>
        <p:spPr>
          <a:xfrm>
            <a:off x="118872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9" name="Shape 197"/>
          <p:cNvSpPr/>
          <p:nvPr/>
        </p:nvSpPr>
        <p:spPr>
          <a:xfrm>
            <a:off x="123444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0" name="Shape 198"/>
          <p:cNvSpPr/>
          <p:nvPr/>
        </p:nvSpPr>
        <p:spPr>
          <a:xfrm>
            <a:off x="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1" name="Shape 199"/>
          <p:cNvSpPr/>
          <p:nvPr/>
        </p:nvSpPr>
        <p:spPr>
          <a:xfrm>
            <a:off x="4572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2" name="Shape 200"/>
          <p:cNvSpPr/>
          <p:nvPr/>
        </p:nvSpPr>
        <p:spPr>
          <a:xfrm>
            <a:off x="9144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3" name="Shape 201"/>
          <p:cNvSpPr/>
          <p:nvPr/>
        </p:nvSpPr>
        <p:spPr>
          <a:xfrm>
            <a:off x="13716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4" name="Shape 202"/>
          <p:cNvSpPr/>
          <p:nvPr/>
        </p:nvSpPr>
        <p:spPr>
          <a:xfrm>
            <a:off x="18288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5" name="Shape 203"/>
          <p:cNvSpPr/>
          <p:nvPr/>
        </p:nvSpPr>
        <p:spPr>
          <a:xfrm>
            <a:off x="22860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6" name="Shape 204"/>
          <p:cNvSpPr/>
          <p:nvPr/>
        </p:nvSpPr>
        <p:spPr>
          <a:xfrm>
            <a:off x="27432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7" name="Shape 205"/>
          <p:cNvSpPr/>
          <p:nvPr/>
        </p:nvSpPr>
        <p:spPr>
          <a:xfrm>
            <a:off x="32004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8" name="Shape 206"/>
          <p:cNvSpPr/>
          <p:nvPr/>
        </p:nvSpPr>
        <p:spPr>
          <a:xfrm>
            <a:off x="36576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9" name="Shape 207"/>
          <p:cNvSpPr/>
          <p:nvPr/>
        </p:nvSpPr>
        <p:spPr>
          <a:xfrm>
            <a:off x="41148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0" name="Shape 208"/>
          <p:cNvSpPr/>
          <p:nvPr/>
        </p:nvSpPr>
        <p:spPr>
          <a:xfrm>
            <a:off x="45720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1" name="Shape 209"/>
          <p:cNvSpPr/>
          <p:nvPr/>
        </p:nvSpPr>
        <p:spPr>
          <a:xfrm>
            <a:off x="50292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2" name="Shape 210"/>
          <p:cNvSpPr/>
          <p:nvPr/>
        </p:nvSpPr>
        <p:spPr>
          <a:xfrm>
            <a:off x="54864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3" name="Shape 211"/>
          <p:cNvSpPr/>
          <p:nvPr/>
        </p:nvSpPr>
        <p:spPr>
          <a:xfrm>
            <a:off x="59436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4" name="Shape 212"/>
          <p:cNvSpPr/>
          <p:nvPr/>
        </p:nvSpPr>
        <p:spPr>
          <a:xfrm>
            <a:off x="64008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5" name="Shape 213"/>
          <p:cNvSpPr/>
          <p:nvPr/>
        </p:nvSpPr>
        <p:spPr>
          <a:xfrm>
            <a:off x="68580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6" name="Shape 214"/>
          <p:cNvSpPr/>
          <p:nvPr/>
        </p:nvSpPr>
        <p:spPr>
          <a:xfrm>
            <a:off x="73152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7" name="Shape 215"/>
          <p:cNvSpPr/>
          <p:nvPr/>
        </p:nvSpPr>
        <p:spPr>
          <a:xfrm>
            <a:off x="77724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8" name="Shape 216"/>
          <p:cNvSpPr/>
          <p:nvPr/>
        </p:nvSpPr>
        <p:spPr>
          <a:xfrm>
            <a:off x="82296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9" name="Shape 217"/>
          <p:cNvSpPr/>
          <p:nvPr/>
        </p:nvSpPr>
        <p:spPr>
          <a:xfrm>
            <a:off x="86868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0" name="Shape 218"/>
          <p:cNvSpPr/>
          <p:nvPr/>
        </p:nvSpPr>
        <p:spPr>
          <a:xfrm>
            <a:off x="91440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1" name="Shape 219"/>
          <p:cNvSpPr/>
          <p:nvPr/>
        </p:nvSpPr>
        <p:spPr>
          <a:xfrm>
            <a:off x="96012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2" name="Shape 220"/>
          <p:cNvSpPr/>
          <p:nvPr/>
        </p:nvSpPr>
        <p:spPr>
          <a:xfrm>
            <a:off x="100584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3" name="Shape 221"/>
          <p:cNvSpPr/>
          <p:nvPr/>
        </p:nvSpPr>
        <p:spPr>
          <a:xfrm>
            <a:off x="105156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4" name="Shape 222"/>
          <p:cNvSpPr/>
          <p:nvPr/>
        </p:nvSpPr>
        <p:spPr>
          <a:xfrm>
            <a:off x="109728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5" name="Shape 223"/>
          <p:cNvSpPr/>
          <p:nvPr/>
        </p:nvSpPr>
        <p:spPr>
          <a:xfrm>
            <a:off x="114300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6" name="Shape 224"/>
          <p:cNvSpPr/>
          <p:nvPr/>
        </p:nvSpPr>
        <p:spPr>
          <a:xfrm>
            <a:off x="118872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7" name="Shape 225"/>
          <p:cNvSpPr/>
          <p:nvPr/>
        </p:nvSpPr>
        <p:spPr>
          <a:xfrm>
            <a:off x="123444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8" name="Shape 226"/>
          <p:cNvSpPr/>
          <p:nvPr/>
        </p:nvSpPr>
        <p:spPr>
          <a:xfrm>
            <a:off x="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9" name="Shape 227"/>
          <p:cNvSpPr/>
          <p:nvPr/>
        </p:nvSpPr>
        <p:spPr>
          <a:xfrm>
            <a:off x="4572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0" name="Shape 228"/>
          <p:cNvSpPr/>
          <p:nvPr/>
        </p:nvSpPr>
        <p:spPr>
          <a:xfrm>
            <a:off x="9144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1" name="Shape 229"/>
          <p:cNvSpPr/>
          <p:nvPr/>
        </p:nvSpPr>
        <p:spPr>
          <a:xfrm>
            <a:off x="13716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2" name="Shape 230"/>
          <p:cNvSpPr/>
          <p:nvPr/>
        </p:nvSpPr>
        <p:spPr>
          <a:xfrm>
            <a:off x="18288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3" name="Shape 231"/>
          <p:cNvSpPr/>
          <p:nvPr/>
        </p:nvSpPr>
        <p:spPr>
          <a:xfrm>
            <a:off x="22860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4" name="Shape 232"/>
          <p:cNvSpPr/>
          <p:nvPr/>
        </p:nvSpPr>
        <p:spPr>
          <a:xfrm>
            <a:off x="27432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5" name="Shape 233"/>
          <p:cNvSpPr/>
          <p:nvPr/>
        </p:nvSpPr>
        <p:spPr>
          <a:xfrm>
            <a:off x="32004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6" name="Shape 234"/>
          <p:cNvSpPr/>
          <p:nvPr/>
        </p:nvSpPr>
        <p:spPr>
          <a:xfrm>
            <a:off x="36576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7" name="Shape 235"/>
          <p:cNvSpPr/>
          <p:nvPr/>
        </p:nvSpPr>
        <p:spPr>
          <a:xfrm>
            <a:off x="41148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8" name="Shape 236"/>
          <p:cNvSpPr/>
          <p:nvPr/>
        </p:nvSpPr>
        <p:spPr>
          <a:xfrm>
            <a:off x="45720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9" name="Shape 237"/>
          <p:cNvSpPr/>
          <p:nvPr/>
        </p:nvSpPr>
        <p:spPr>
          <a:xfrm>
            <a:off x="50292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0" name="Shape 238"/>
          <p:cNvSpPr/>
          <p:nvPr/>
        </p:nvSpPr>
        <p:spPr>
          <a:xfrm>
            <a:off x="54864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1" name="Shape 239"/>
          <p:cNvSpPr/>
          <p:nvPr/>
        </p:nvSpPr>
        <p:spPr>
          <a:xfrm>
            <a:off x="59436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2" name="Shape 240"/>
          <p:cNvSpPr/>
          <p:nvPr/>
        </p:nvSpPr>
        <p:spPr>
          <a:xfrm>
            <a:off x="64008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3" name="Shape 241"/>
          <p:cNvSpPr/>
          <p:nvPr/>
        </p:nvSpPr>
        <p:spPr>
          <a:xfrm>
            <a:off x="68580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4" name="Shape 242"/>
          <p:cNvSpPr/>
          <p:nvPr/>
        </p:nvSpPr>
        <p:spPr>
          <a:xfrm>
            <a:off x="73152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5" name="Shape 243"/>
          <p:cNvSpPr/>
          <p:nvPr/>
        </p:nvSpPr>
        <p:spPr>
          <a:xfrm>
            <a:off x="77724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6" name="Shape 244"/>
          <p:cNvSpPr/>
          <p:nvPr/>
        </p:nvSpPr>
        <p:spPr>
          <a:xfrm>
            <a:off x="82296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7" name="Shape 245"/>
          <p:cNvSpPr/>
          <p:nvPr/>
        </p:nvSpPr>
        <p:spPr>
          <a:xfrm>
            <a:off x="86868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8" name="Shape 246"/>
          <p:cNvSpPr/>
          <p:nvPr/>
        </p:nvSpPr>
        <p:spPr>
          <a:xfrm>
            <a:off x="91440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9" name="Shape 247"/>
          <p:cNvSpPr/>
          <p:nvPr/>
        </p:nvSpPr>
        <p:spPr>
          <a:xfrm>
            <a:off x="96012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0" name="Shape 248"/>
          <p:cNvSpPr/>
          <p:nvPr/>
        </p:nvSpPr>
        <p:spPr>
          <a:xfrm>
            <a:off x="100584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1" name="Shape 249"/>
          <p:cNvSpPr/>
          <p:nvPr/>
        </p:nvSpPr>
        <p:spPr>
          <a:xfrm>
            <a:off x="105156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2" name="Shape 250"/>
          <p:cNvSpPr/>
          <p:nvPr/>
        </p:nvSpPr>
        <p:spPr>
          <a:xfrm>
            <a:off x="109728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3" name="Shape 251"/>
          <p:cNvSpPr/>
          <p:nvPr/>
        </p:nvSpPr>
        <p:spPr>
          <a:xfrm>
            <a:off x="114300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4" name="Shape 252"/>
          <p:cNvSpPr/>
          <p:nvPr/>
        </p:nvSpPr>
        <p:spPr>
          <a:xfrm>
            <a:off x="118872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5" name="Shape 253"/>
          <p:cNvSpPr/>
          <p:nvPr/>
        </p:nvSpPr>
        <p:spPr>
          <a:xfrm>
            <a:off x="123444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6" name="Shape 254"/>
          <p:cNvSpPr/>
          <p:nvPr/>
        </p:nvSpPr>
        <p:spPr>
          <a:xfrm>
            <a:off x="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7" name="Shape 255"/>
          <p:cNvSpPr/>
          <p:nvPr/>
        </p:nvSpPr>
        <p:spPr>
          <a:xfrm>
            <a:off x="4572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8" name="Shape 256"/>
          <p:cNvSpPr/>
          <p:nvPr/>
        </p:nvSpPr>
        <p:spPr>
          <a:xfrm>
            <a:off x="9144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9" name="Shape 257"/>
          <p:cNvSpPr/>
          <p:nvPr/>
        </p:nvSpPr>
        <p:spPr>
          <a:xfrm>
            <a:off x="13716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0" name="Shape 258"/>
          <p:cNvSpPr/>
          <p:nvPr/>
        </p:nvSpPr>
        <p:spPr>
          <a:xfrm>
            <a:off x="18288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1" name="Shape 259"/>
          <p:cNvSpPr/>
          <p:nvPr/>
        </p:nvSpPr>
        <p:spPr>
          <a:xfrm>
            <a:off x="22860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2" name="Shape 260"/>
          <p:cNvSpPr/>
          <p:nvPr/>
        </p:nvSpPr>
        <p:spPr>
          <a:xfrm>
            <a:off x="27432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3" name="Shape 261"/>
          <p:cNvSpPr/>
          <p:nvPr/>
        </p:nvSpPr>
        <p:spPr>
          <a:xfrm>
            <a:off x="32004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4" name="Shape 262"/>
          <p:cNvSpPr/>
          <p:nvPr/>
        </p:nvSpPr>
        <p:spPr>
          <a:xfrm>
            <a:off x="36576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5" name="Shape 263"/>
          <p:cNvSpPr/>
          <p:nvPr/>
        </p:nvSpPr>
        <p:spPr>
          <a:xfrm>
            <a:off x="41148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6" name="Shape 264"/>
          <p:cNvSpPr/>
          <p:nvPr/>
        </p:nvSpPr>
        <p:spPr>
          <a:xfrm>
            <a:off x="45720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7" name="Shape 265"/>
          <p:cNvSpPr/>
          <p:nvPr/>
        </p:nvSpPr>
        <p:spPr>
          <a:xfrm>
            <a:off x="50292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8" name="Shape 266"/>
          <p:cNvSpPr/>
          <p:nvPr/>
        </p:nvSpPr>
        <p:spPr>
          <a:xfrm>
            <a:off x="54864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9" name="Shape 267"/>
          <p:cNvSpPr/>
          <p:nvPr/>
        </p:nvSpPr>
        <p:spPr>
          <a:xfrm>
            <a:off x="59436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0" name="Shape 268"/>
          <p:cNvSpPr/>
          <p:nvPr/>
        </p:nvSpPr>
        <p:spPr>
          <a:xfrm>
            <a:off x="64008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1" name="Shape 269"/>
          <p:cNvSpPr/>
          <p:nvPr/>
        </p:nvSpPr>
        <p:spPr>
          <a:xfrm>
            <a:off x="68580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2" name="Shape 270"/>
          <p:cNvSpPr/>
          <p:nvPr/>
        </p:nvSpPr>
        <p:spPr>
          <a:xfrm>
            <a:off x="73152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3" name="Shape 271"/>
          <p:cNvSpPr/>
          <p:nvPr/>
        </p:nvSpPr>
        <p:spPr>
          <a:xfrm>
            <a:off x="77724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4" name="Shape 272"/>
          <p:cNvSpPr/>
          <p:nvPr/>
        </p:nvSpPr>
        <p:spPr>
          <a:xfrm>
            <a:off x="82296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5" name="Shape 273"/>
          <p:cNvSpPr/>
          <p:nvPr/>
        </p:nvSpPr>
        <p:spPr>
          <a:xfrm>
            <a:off x="86868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6" name="Shape 274"/>
          <p:cNvSpPr/>
          <p:nvPr/>
        </p:nvSpPr>
        <p:spPr>
          <a:xfrm>
            <a:off x="91440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7" name="Shape 275"/>
          <p:cNvSpPr/>
          <p:nvPr/>
        </p:nvSpPr>
        <p:spPr>
          <a:xfrm>
            <a:off x="96012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8" name="Shape 276"/>
          <p:cNvSpPr/>
          <p:nvPr/>
        </p:nvSpPr>
        <p:spPr>
          <a:xfrm>
            <a:off x="100584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9" name="Shape 277"/>
          <p:cNvSpPr/>
          <p:nvPr/>
        </p:nvSpPr>
        <p:spPr>
          <a:xfrm>
            <a:off x="105156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0" name="Shape 278"/>
          <p:cNvSpPr/>
          <p:nvPr/>
        </p:nvSpPr>
        <p:spPr>
          <a:xfrm>
            <a:off x="109728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1" name="Shape 279"/>
          <p:cNvSpPr/>
          <p:nvPr/>
        </p:nvSpPr>
        <p:spPr>
          <a:xfrm>
            <a:off x="114300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2" name="Shape 280"/>
          <p:cNvSpPr/>
          <p:nvPr/>
        </p:nvSpPr>
        <p:spPr>
          <a:xfrm>
            <a:off x="118872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3" name="Shape 281"/>
          <p:cNvSpPr/>
          <p:nvPr/>
        </p:nvSpPr>
        <p:spPr>
          <a:xfrm>
            <a:off x="123444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4" name="Shape 282"/>
          <p:cNvSpPr/>
          <p:nvPr/>
        </p:nvSpPr>
        <p:spPr>
          <a:xfrm>
            <a:off x="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5" name="Shape 283"/>
          <p:cNvSpPr/>
          <p:nvPr/>
        </p:nvSpPr>
        <p:spPr>
          <a:xfrm>
            <a:off x="4572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6" name="Shape 284"/>
          <p:cNvSpPr/>
          <p:nvPr/>
        </p:nvSpPr>
        <p:spPr>
          <a:xfrm>
            <a:off x="9144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7" name="Shape 285"/>
          <p:cNvSpPr/>
          <p:nvPr/>
        </p:nvSpPr>
        <p:spPr>
          <a:xfrm>
            <a:off x="13716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8" name="Shape 286"/>
          <p:cNvSpPr/>
          <p:nvPr/>
        </p:nvSpPr>
        <p:spPr>
          <a:xfrm>
            <a:off x="18288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9" name="Shape 287"/>
          <p:cNvSpPr/>
          <p:nvPr/>
        </p:nvSpPr>
        <p:spPr>
          <a:xfrm>
            <a:off x="22860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0" name="Shape 288"/>
          <p:cNvSpPr/>
          <p:nvPr/>
        </p:nvSpPr>
        <p:spPr>
          <a:xfrm>
            <a:off x="27432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1" name="Shape 289"/>
          <p:cNvSpPr/>
          <p:nvPr/>
        </p:nvSpPr>
        <p:spPr>
          <a:xfrm>
            <a:off x="32004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2" name="Shape 290"/>
          <p:cNvSpPr/>
          <p:nvPr/>
        </p:nvSpPr>
        <p:spPr>
          <a:xfrm>
            <a:off x="36576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3" name="Shape 291"/>
          <p:cNvSpPr/>
          <p:nvPr/>
        </p:nvSpPr>
        <p:spPr>
          <a:xfrm>
            <a:off x="41148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4" name="Shape 292"/>
          <p:cNvSpPr/>
          <p:nvPr/>
        </p:nvSpPr>
        <p:spPr>
          <a:xfrm>
            <a:off x="45720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5" name="Shape 293"/>
          <p:cNvSpPr/>
          <p:nvPr/>
        </p:nvSpPr>
        <p:spPr>
          <a:xfrm>
            <a:off x="50292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6" name="Shape 294"/>
          <p:cNvSpPr/>
          <p:nvPr/>
        </p:nvSpPr>
        <p:spPr>
          <a:xfrm>
            <a:off x="54864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7" name="Shape 295"/>
          <p:cNvSpPr/>
          <p:nvPr/>
        </p:nvSpPr>
        <p:spPr>
          <a:xfrm>
            <a:off x="59436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8" name="Shape 296"/>
          <p:cNvSpPr/>
          <p:nvPr/>
        </p:nvSpPr>
        <p:spPr>
          <a:xfrm>
            <a:off x="64008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9" name="Shape 297"/>
          <p:cNvSpPr/>
          <p:nvPr/>
        </p:nvSpPr>
        <p:spPr>
          <a:xfrm>
            <a:off x="68580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0" name="Shape 298"/>
          <p:cNvSpPr/>
          <p:nvPr/>
        </p:nvSpPr>
        <p:spPr>
          <a:xfrm>
            <a:off x="73152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1" name="Shape 299"/>
          <p:cNvSpPr/>
          <p:nvPr/>
        </p:nvSpPr>
        <p:spPr>
          <a:xfrm>
            <a:off x="77724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2" name="Shape 300"/>
          <p:cNvSpPr/>
          <p:nvPr/>
        </p:nvSpPr>
        <p:spPr>
          <a:xfrm>
            <a:off x="82296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3" name="Shape 301"/>
          <p:cNvSpPr/>
          <p:nvPr/>
        </p:nvSpPr>
        <p:spPr>
          <a:xfrm>
            <a:off x="86868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4" name="Shape 302"/>
          <p:cNvSpPr/>
          <p:nvPr/>
        </p:nvSpPr>
        <p:spPr>
          <a:xfrm>
            <a:off x="91440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5" name="Shape 303"/>
          <p:cNvSpPr/>
          <p:nvPr/>
        </p:nvSpPr>
        <p:spPr>
          <a:xfrm>
            <a:off x="96012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6" name="Shape 304"/>
          <p:cNvSpPr/>
          <p:nvPr/>
        </p:nvSpPr>
        <p:spPr>
          <a:xfrm>
            <a:off x="100584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7" name="Shape 305"/>
          <p:cNvSpPr/>
          <p:nvPr/>
        </p:nvSpPr>
        <p:spPr>
          <a:xfrm>
            <a:off x="105156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8" name="Shape 306"/>
          <p:cNvSpPr/>
          <p:nvPr/>
        </p:nvSpPr>
        <p:spPr>
          <a:xfrm>
            <a:off x="109728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9" name="Shape 307"/>
          <p:cNvSpPr/>
          <p:nvPr/>
        </p:nvSpPr>
        <p:spPr>
          <a:xfrm>
            <a:off x="114300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0" name="Shape 308"/>
          <p:cNvSpPr/>
          <p:nvPr/>
        </p:nvSpPr>
        <p:spPr>
          <a:xfrm>
            <a:off x="118872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1" name="Shape 309"/>
          <p:cNvSpPr/>
          <p:nvPr/>
        </p:nvSpPr>
        <p:spPr>
          <a:xfrm>
            <a:off x="123444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2" name="Shape 310"/>
          <p:cNvSpPr/>
          <p:nvPr/>
        </p:nvSpPr>
        <p:spPr>
          <a:xfrm>
            <a:off x="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3" name="Shape 311"/>
          <p:cNvSpPr/>
          <p:nvPr/>
        </p:nvSpPr>
        <p:spPr>
          <a:xfrm>
            <a:off x="4572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4" name="Shape 312"/>
          <p:cNvSpPr/>
          <p:nvPr/>
        </p:nvSpPr>
        <p:spPr>
          <a:xfrm>
            <a:off x="9144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5" name="Shape 313"/>
          <p:cNvSpPr/>
          <p:nvPr/>
        </p:nvSpPr>
        <p:spPr>
          <a:xfrm>
            <a:off x="13716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6" name="Shape 314"/>
          <p:cNvSpPr/>
          <p:nvPr/>
        </p:nvSpPr>
        <p:spPr>
          <a:xfrm>
            <a:off x="18288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7" name="Shape 315"/>
          <p:cNvSpPr/>
          <p:nvPr/>
        </p:nvSpPr>
        <p:spPr>
          <a:xfrm>
            <a:off x="22860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8" name="Shape 316"/>
          <p:cNvSpPr/>
          <p:nvPr/>
        </p:nvSpPr>
        <p:spPr>
          <a:xfrm>
            <a:off x="27432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9" name="Shape 317"/>
          <p:cNvSpPr/>
          <p:nvPr/>
        </p:nvSpPr>
        <p:spPr>
          <a:xfrm>
            <a:off x="32004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0" name="Shape 318"/>
          <p:cNvSpPr/>
          <p:nvPr/>
        </p:nvSpPr>
        <p:spPr>
          <a:xfrm>
            <a:off x="36576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1" name="Shape 319"/>
          <p:cNvSpPr/>
          <p:nvPr/>
        </p:nvSpPr>
        <p:spPr>
          <a:xfrm>
            <a:off x="41148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2" name="Shape 320"/>
          <p:cNvSpPr/>
          <p:nvPr/>
        </p:nvSpPr>
        <p:spPr>
          <a:xfrm>
            <a:off x="45720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3" name="Shape 321"/>
          <p:cNvSpPr/>
          <p:nvPr/>
        </p:nvSpPr>
        <p:spPr>
          <a:xfrm>
            <a:off x="50292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4" name="Shape 322"/>
          <p:cNvSpPr/>
          <p:nvPr/>
        </p:nvSpPr>
        <p:spPr>
          <a:xfrm>
            <a:off x="54864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5" name="Shape 323"/>
          <p:cNvSpPr/>
          <p:nvPr/>
        </p:nvSpPr>
        <p:spPr>
          <a:xfrm>
            <a:off x="59436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6" name="Shape 324"/>
          <p:cNvSpPr/>
          <p:nvPr/>
        </p:nvSpPr>
        <p:spPr>
          <a:xfrm>
            <a:off x="64008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7" name="Shape 325"/>
          <p:cNvSpPr/>
          <p:nvPr/>
        </p:nvSpPr>
        <p:spPr>
          <a:xfrm>
            <a:off x="68580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8" name="Shape 326"/>
          <p:cNvSpPr/>
          <p:nvPr/>
        </p:nvSpPr>
        <p:spPr>
          <a:xfrm>
            <a:off x="73152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9" name="Shape 327"/>
          <p:cNvSpPr/>
          <p:nvPr/>
        </p:nvSpPr>
        <p:spPr>
          <a:xfrm>
            <a:off x="77724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0" name="Shape 328"/>
          <p:cNvSpPr/>
          <p:nvPr/>
        </p:nvSpPr>
        <p:spPr>
          <a:xfrm>
            <a:off x="82296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1" name="Shape 329"/>
          <p:cNvSpPr/>
          <p:nvPr/>
        </p:nvSpPr>
        <p:spPr>
          <a:xfrm>
            <a:off x="86868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2" name="Shape 330"/>
          <p:cNvSpPr/>
          <p:nvPr/>
        </p:nvSpPr>
        <p:spPr>
          <a:xfrm>
            <a:off x="91440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3" name="Shape 331"/>
          <p:cNvSpPr/>
          <p:nvPr/>
        </p:nvSpPr>
        <p:spPr>
          <a:xfrm>
            <a:off x="96012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4" name="Shape 332"/>
          <p:cNvSpPr/>
          <p:nvPr/>
        </p:nvSpPr>
        <p:spPr>
          <a:xfrm>
            <a:off x="100584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5" name="Shape 333"/>
          <p:cNvSpPr/>
          <p:nvPr/>
        </p:nvSpPr>
        <p:spPr>
          <a:xfrm>
            <a:off x="105156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6" name="Shape 334"/>
          <p:cNvSpPr/>
          <p:nvPr/>
        </p:nvSpPr>
        <p:spPr>
          <a:xfrm>
            <a:off x="109728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7" name="Shape 335"/>
          <p:cNvSpPr/>
          <p:nvPr/>
        </p:nvSpPr>
        <p:spPr>
          <a:xfrm>
            <a:off x="114300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8" name="Shape 336"/>
          <p:cNvSpPr/>
          <p:nvPr/>
        </p:nvSpPr>
        <p:spPr>
          <a:xfrm>
            <a:off x="118872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9" name="Shape 337"/>
          <p:cNvSpPr/>
          <p:nvPr/>
        </p:nvSpPr>
        <p:spPr>
          <a:xfrm>
            <a:off x="123444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0" name="Shape 338"/>
          <p:cNvSpPr/>
          <p:nvPr/>
        </p:nvSpPr>
        <p:spPr>
          <a:xfrm>
            <a:off x="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1" name="Shape 339"/>
          <p:cNvSpPr/>
          <p:nvPr/>
        </p:nvSpPr>
        <p:spPr>
          <a:xfrm>
            <a:off x="4572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2" name="Shape 340"/>
          <p:cNvSpPr/>
          <p:nvPr/>
        </p:nvSpPr>
        <p:spPr>
          <a:xfrm>
            <a:off x="9144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3" name="Shape 341"/>
          <p:cNvSpPr/>
          <p:nvPr/>
        </p:nvSpPr>
        <p:spPr>
          <a:xfrm>
            <a:off x="13716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4" name="Shape 342"/>
          <p:cNvSpPr/>
          <p:nvPr/>
        </p:nvSpPr>
        <p:spPr>
          <a:xfrm>
            <a:off x="18288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5" name="Shape 343"/>
          <p:cNvSpPr/>
          <p:nvPr/>
        </p:nvSpPr>
        <p:spPr>
          <a:xfrm>
            <a:off x="22860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6" name="Shape 344"/>
          <p:cNvSpPr/>
          <p:nvPr/>
        </p:nvSpPr>
        <p:spPr>
          <a:xfrm>
            <a:off x="27432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7" name="Shape 345"/>
          <p:cNvSpPr/>
          <p:nvPr/>
        </p:nvSpPr>
        <p:spPr>
          <a:xfrm>
            <a:off x="32004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8" name="Shape 346"/>
          <p:cNvSpPr/>
          <p:nvPr/>
        </p:nvSpPr>
        <p:spPr>
          <a:xfrm>
            <a:off x="36576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9" name="Shape 347"/>
          <p:cNvSpPr/>
          <p:nvPr/>
        </p:nvSpPr>
        <p:spPr>
          <a:xfrm>
            <a:off x="41148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0" name="Shape 348"/>
          <p:cNvSpPr/>
          <p:nvPr/>
        </p:nvSpPr>
        <p:spPr>
          <a:xfrm>
            <a:off x="45720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1" name="Shape 349"/>
          <p:cNvSpPr/>
          <p:nvPr/>
        </p:nvSpPr>
        <p:spPr>
          <a:xfrm>
            <a:off x="50292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2" name="Shape 350"/>
          <p:cNvSpPr/>
          <p:nvPr/>
        </p:nvSpPr>
        <p:spPr>
          <a:xfrm>
            <a:off x="54864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3" name="Shape 351"/>
          <p:cNvSpPr/>
          <p:nvPr/>
        </p:nvSpPr>
        <p:spPr>
          <a:xfrm>
            <a:off x="59436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4" name="Shape 352"/>
          <p:cNvSpPr/>
          <p:nvPr/>
        </p:nvSpPr>
        <p:spPr>
          <a:xfrm>
            <a:off x="64008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5" name="Shape 353"/>
          <p:cNvSpPr/>
          <p:nvPr/>
        </p:nvSpPr>
        <p:spPr>
          <a:xfrm>
            <a:off x="68580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6" name="Shape 354"/>
          <p:cNvSpPr/>
          <p:nvPr/>
        </p:nvSpPr>
        <p:spPr>
          <a:xfrm>
            <a:off x="73152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7" name="Shape 355"/>
          <p:cNvSpPr/>
          <p:nvPr/>
        </p:nvSpPr>
        <p:spPr>
          <a:xfrm>
            <a:off x="77724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8" name="Shape 356"/>
          <p:cNvSpPr/>
          <p:nvPr/>
        </p:nvSpPr>
        <p:spPr>
          <a:xfrm>
            <a:off x="82296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9" name="Shape 357"/>
          <p:cNvSpPr/>
          <p:nvPr/>
        </p:nvSpPr>
        <p:spPr>
          <a:xfrm>
            <a:off x="86868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0" name="Shape 358"/>
          <p:cNvSpPr/>
          <p:nvPr/>
        </p:nvSpPr>
        <p:spPr>
          <a:xfrm>
            <a:off x="91440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1" name="Shape 359"/>
          <p:cNvSpPr/>
          <p:nvPr/>
        </p:nvSpPr>
        <p:spPr>
          <a:xfrm>
            <a:off x="96012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2" name="Shape 360"/>
          <p:cNvSpPr/>
          <p:nvPr/>
        </p:nvSpPr>
        <p:spPr>
          <a:xfrm>
            <a:off x="100584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3" name="Shape 361"/>
          <p:cNvSpPr/>
          <p:nvPr/>
        </p:nvSpPr>
        <p:spPr>
          <a:xfrm>
            <a:off x="105156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4" name="Shape 362"/>
          <p:cNvSpPr/>
          <p:nvPr/>
        </p:nvSpPr>
        <p:spPr>
          <a:xfrm>
            <a:off x="109728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5" name="Shape 363"/>
          <p:cNvSpPr/>
          <p:nvPr/>
        </p:nvSpPr>
        <p:spPr>
          <a:xfrm>
            <a:off x="114300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6" name="Shape 364"/>
          <p:cNvSpPr/>
          <p:nvPr/>
        </p:nvSpPr>
        <p:spPr>
          <a:xfrm>
            <a:off x="118872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7" name="Shape 365"/>
          <p:cNvSpPr/>
          <p:nvPr/>
        </p:nvSpPr>
        <p:spPr>
          <a:xfrm>
            <a:off x="123444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8" name="Shape 366"/>
          <p:cNvSpPr/>
          <p:nvPr/>
        </p:nvSpPr>
        <p:spPr>
          <a:xfrm>
            <a:off x="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9" name="Shape 367"/>
          <p:cNvSpPr/>
          <p:nvPr/>
        </p:nvSpPr>
        <p:spPr>
          <a:xfrm>
            <a:off x="4572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0" name="Shape 368"/>
          <p:cNvSpPr/>
          <p:nvPr/>
        </p:nvSpPr>
        <p:spPr>
          <a:xfrm>
            <a:off x="9144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1" name="Shape 369"/>
          <p:cNvSpPr/>
          <p:nvPr/>
        </p:nvSpPr>
        <p:spPr>
          <a:xfrm>
            <a:off x="13716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2" name="Shape 370"/>
          <p:cNvSpPr/>
          <p:nvPr/>
        </p:nvSpPr>
        <p:spPr>
          <a:xfrm>
            <a:off x="18288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3" name="Shape 371"/>
          <p:cNvSpPr/>
          <p:nvPr/>
        </p:nvSpPr>
        <p:spPr>
          <a:xfrm>
            <a:off x="22860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4" name="Shape 372"/>
          <p:cNvSpPr/>
          <p:nvPr/>
        </p:nvSpPr>
        <p:spPr>
          <a:xfrm>
            <a:off x="27432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5" name="Shape 373"/>
          <p:cNvSpPr/>
          <p:nvPr/>
        </p:nvSpPr>
        <p:spPr>
          <a:xfrm>
            <a:off x="32004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6" name="Shape 374"/>
          <p:cNvSpPr/>
          <p:nvPr/>
        </p:nvSpPr>
        <p:spPr>
          <a:xfrm>
            <a:off x="36576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7" name="Shape 375"/>
          <p:cNvSpPr/>
          <p:nvPr/>
        </p:nvSpPr>
        <p:spPr>
          <a:xfrm>
            <a:off x="41148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8" name="Shape 376"/>
          <p:cNvSpPr/>
          <p:nvPr/>
        </p:nvSpPr>
        <p:spPr>
          <a:xfrm>
            <a:off x="45720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9" name="Shape 377"/>
          <p:cNvSpPr/>
          <p:nvPr/>
        </p:nvSpPr>
        <p:spPr>
          <a:xfrm>
            <a:off x="50292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0" name="Shape 378"/>
          <p:cNvSpPr/>
          <p:nvPr/>
        </p:nvSpPr>
        <p:spPr>
          <a:xfrm>
            <a:off x="54864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1" name="Shape 379"/>
          <p:cNvSpPr/>
          <p:nvPr/>
        </p:nvSpPr>
        <p:spPr>
          <a:xfrm>
            <a:off x="59436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2" name="Shape 380"/>
          <p:cNvSpPr/>
          <p:nvPr/>
        </p:nvSpPr>
        <p:spPr>
          <a:xfrm>
            <a:off x="64008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3" name="Shape 381"/>
          <p:cNvSpPr/>
          <p:nvPr/>
        </p:nvSpPr>
        <p:spPr>
          <a:xfrm>
            <a:off x="68580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4" name="Shape 382"/>
          <p:cNvSpPr/>
          <p:nvPr/>
        </p:nvSpPr>
        <p:spPr>
          <a:xfrm>
            <a:off x="73152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5" name="Shape 383"/>
          <p:cNvSpPr/>
          <p:nvPr/>
        </p:nvSpPr>
        <p:spPr>
          <a:xfrm>
            <a:off x="77724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6" name="Shape 384"/>
          <p:cNvSpPr/>
          <p:nvPr/>
        </p:nvSpPr>
        <p:spPr>
          <a:xfrm>
            <a:off x="82296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7" name="Shape 385"/>
          <p:cNvSpPr/>
          <p:nvPr/>
        </p:nvSpPr>
        <p:spPr>
          <a:xfrm>
            <a:off x="86868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8" name="Shape 386"/>
          <p:cNvSpPr/>
          <p:nvPr/>
        </p:nvSpPr>
        <p:spPr>
          <a:xfrm>
            <a:off x="91440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9" name="Shape 387"/>
          <p:cNvSpPr/>
          <p:nvPr/>
        </p:nvSpPr>
        <p:spPr>
          <a:xfrm>
            <a:off x="96012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0" name="Shape 388"/>
          <p:cNvSpPr/>
          <p:nvPr/>
        </p:nvSpPr>
        <p:spPr>
          <a:xfrm>
            <a:off x="100584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1" name="Shape 389"/>
          <p:cNvSpPr/>
          <p:nvPr/>
        </p:nvSpPr>
        <p:spPr>
          <a:xfrm>
            <a:off x="105156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2" name="Shape 390"/>
          <p:cNvSpPr/>
          <p:nvPr/>
        </p:nvSpPr>
        <p:spPr>
          <a:xfrm>
            <a:off x="109728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3" name="Shape 391"/>
          <p:cNvSpPr/>
          <p:nvPr/>
        </p:nvSpPr>
        <p:spPr>
          <a:xfrm>
            <a:off x="114300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4" name="Shape 392"/>
          <p:cNvSpPr/>
          <p:nvPr/>
        </p:nvSpPr>
        <p:spPr>
          <a:xfrm>
            <a:off x="118872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5" name="Shape 393"/>
          <p:cNvSpPr/>
          <p:nvPr/>
        </p:nvSpPr>
        <p:spPr>
          <a:xfrm>
            <a:off x="123444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6" name="Shape 394"/>
          <p:cNvSpPr/>
          <p:nvPr/>
        </p:nvSpPr>
        <p:spPr>
          <a:xfrm>
            <a:off x="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7" name="Shape 395"/>
          <p:cNvSpPr/>
          <p:nvPr/>
        </p:nvSpPr>
        <p:spPr>
          <a:xfrm>
            <a:off x="4572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8" name="Shape 396"/>
          <p:cNvSpPr/>
          <p:nvPr/>
        </p:nvSpPr>
        <p:spPr>
          <a:xfrm>
            <a:off x="9144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9" name="Shape 397"/>
          <p:cNvSpPr/>
          <p:nvPr/>
        </p:nvSpPr>
        <p:spPr>
          <a:xfrm>
            <a:off x="13716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0" name="Shape 398"/>
          <p:cNvSpPr/>
          <p:nvPr/>
        </p:nvSpPr>
        <p:spPr>
          <a:xfrm>
            <a:off x="18288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1" name="Shape 399"/>
          <p:cNvSpPr/>
          <p:nvPr/>
        </p:nvSpPr>
        <p:spPr>
          <a:xfrm>
            <a:off x="22860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2" name="Shape 400"/>
          <p:cNvSpPr/>
          <p:nvPr/>
        </p:nvSpPr>
        <p:spPr>
          <a:xfrm>
            <a:off x="27432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3" name="Shape 401"/>
          <p:cNvSpPr/>
          <p:nvPr/>
        </p:nvSpPr>
        <p:spPr>
          <a:xfrm>
            <a:off x="32004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4" name="Shape 402"/>
          <p:cNvSpPr/>
          <p:nvPr/>
        </p:nvSpPr>
        <p:spPr>
          <a:xfrm>
            <a:off x="36576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5" name="Shape 403"/>
          <p:cNvSpPr/>
          <p:nvPr/>
        </p:nvSpPr>
        <p:spPr>
          <a:xfrm>
            <a:off x="41148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6" name="Shape 404"/>
          <p:cNvSpPr/>
          <p:nvPr/>
        </p:nvSpPr>
        <p:spPr>
          <a:xfrm>
            <a:off x="45720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7" name="Shape 405"/>
          <p:cNvSpPr/>
          <p:nvPr/>
        </p:nvSpPr>
        <p:spPr>
          <a:xfrm>
            <a:off x="50292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8" name="Shape 406"/>
          <p:cNvSpPr/>
          <p:nvPr/>
        </p:nvSpPr>
        <p:spPr>
          <a:xfrm>
            <a:off x="54864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9" name="Shape 407"/>
          <p:cNvSpPr/>
          <p:nvPr/>
        </p:nvSpPr>
        <p:spPr>
          <a:xfrm>
            <a:off x="59436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0" name="Shape 408"/>
          <p:cNvSpPr/>
          <p:nvPr/>
        </p:nvSpPr>
        <p:spPr>
          <a:xfrm>
            <a:off x="64008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1" name="Shape 409"/>
          <p:cNvSpPr/>
          <p:nvPr/>
        </p:nvSpPr>
        <p:spPr>
          <a:xfrm>
            <a:off x="68580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2" name="Shape 410"/>
          <p:cNvSpPr/>
          <p:nvPr/>
        </p:nvSpPr>
        <p:spPr>
          <a:xfrm>
            <a:off x="73152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3" name="Shape 411"/>
          <p:cNvSpPr/>
          <p:nvPr/>
        </p:nvSpPr>
        <p:spPr>
          <a:xfrm>
            <a:off x="77724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4" name="Shape 412"/>
          <p:cNvSpPr/>
          <p:nvPr/>
        </p:nvSpPr>
        <p:spPr>
          <a:xfrm>
            <a:off x="82296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5" name="Shape 413"/>
          <p:cNvSpPr/>
          <p:nvPr/>
        </p:nvSpPr>
        <p:spPr>
          <a:xfrm>
            <a:off x="86868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6" name="Shape 414"/>
          <p:cNvSpPr/>
          <p:nvPr/>
        </p:nvSpPr>
        <p:spPr>
          <a:xfrm>
            <a:off x="91440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7" name="Shape 415"/>
          <p:cNvSpPr/>
          <p:nvPr/>
        </p:nvSpPr>
        <p:spPr>
          <a:xfrm>
            <a:off x="96012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8" name="Shape 416"/>
          <p:cNvSpPr/>
          <p:nvPr/>
        </p:nvSpPr>
        <p:spPr>
          <a:xfrm>
            <a:off x="100584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9" name="Shape 417"/>
          <p:cNvSpPr/>
          <p:nvPr/>
        </p:nvSpPr>
        <p:spPr>
          <a:xfrm>
            <a:off x="105156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0" name="Shape 418"/>
          <p:cNvSpPr/>
          <p:nvPr/>
        </p:nvSpPr>
        <p:spPr>
          <a:xfrm>
            <a:off x="109728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1" name="Shape 419"/>
          <p:cNvSpPr/>
          <p:nvPr/>
        </p:nvSpPr>
        <p:spPr>
          <a:xfrm>
            <a:off x="114300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2" name="Shape 420"/>
          <p:cNvSpPr/>
          <p:nvPr/>
        </p:nvSpPr>
        <p:spPr>
          <a:xfrm>
            <a:off x="118872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3" name="Shape 421"/>
          <p:cNvSpPr/>
          <p:nvPr/>
        </p:nvSpPr>
        <p:spPr>
          <a:xfrm>
            <a:off x="123444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4" name="Shape 422"/>
          <p:cNvSpPr/>
          <p:nvPr/>
        </p:nvSpPr>
        <p:spPr>
          <a:xfrm>
            <a:off x="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5" name="Shape 423"/>
          <p:cNvSpPr/>
          <p:nvPr/>
        </p:nvSpPr>
        <p:spPr>
          <a:xfrm>
            <a:off x="4572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6" name="Shape 424"/>
          <p:cNvSpPr/>
          <p:nvPr/>
        </p:nvSpPr>
        <p:spPr>
          <a:xfrm>
            <a:off x="9144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7" name="Shape 425"/>
          <p:cNvSpPr/>
          <p:nvPr/>
        </p:nvSpPr>
        <p:spPr>
          <a:xfrm>
            <a:off x="13716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8" name="Shape 426"/>
          <p:cNvSpPr/>
          <p:nvPr/>
        </p:nvSpPr>
        <p:spPr>
          <a:xfrm>
            <a:off x="18288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9" name="Shape 427"/>
          <p:cNvSpPr/>
          <p:nvPr/>
        </p:nvSpPr>
        <p:spPr>
          <a:xfrm>
            <a:off x="22860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0" name="Shape 428"/>
          <p:cNvSpPr/>
          <p:nvPr/>
        </p:nvSpPr>
        <p:spPr>
          <a:xfrm>
            <a:off x="27432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1" name="Shape 429"/>
          <p:cNvSpPr/>
          <p:nvPr/>
        </p:nvSpPr>
        <p:spPr>
          <a:xfrm>
            <a:off x="32004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2" name="Shape 430"/>
          <p:cNvSpPr/>
          <p:nvPr/>
        </p:nvSpPr>
        <p:spPr>
          <a:xfrm>
            <a:off x="36576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3" name="Shape 431"/>
          <p:cNvSpPr/>
          <p:nvPr/>
        </p:nvSpPr>
        <p:spPr>
          <a:xfrm>
            <a:off x="41148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4" name="Shape 432"/>
          <p:cNvSpPr/>
          <p:nvPr/>
        </p:nvSpPr>
        <p:spPr>
          <a:xfrm>
            <a:off x="45720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5" name="Shape 433"/>
          <p:cNvSpPr/>
          <p:nvPr/>
        </p:nvSpPr>
        <p:spPr>
          <a:xfrm>
            <a:off x="50292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6" name="Shape 434"/>
          <p:cNvSpPr/>
          <p:nvPr/>
        </p:nvSpPr>
        <p:spPr>
          <a:xfrm>
            <a:off x="54864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7" name="Shape 435"/>
          <p:cNvSpPr/>
          <p:nvPr/>
        </p:nvSpPr>
        <p:spPr>
          <a:xfrm>
            <a:off x="59436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8" name="Shape 436"/>
          <p:cNvSpPr/>
          <p:nvPr/>
        </p:nvSpPr>
        <p:spPr>
          <a:xfrm>
            <a:off x="64008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9" name="Shape 437"/>
          <p:cNvSpPr/>
          <p:nvPr/>
        </p:nvSpPr>
        <p:spPr>
          <a:xfrm>
            <a:off x="68580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0" name="Shape 438"/>
          <p:cNvSpPr/>
          <p:nvPr/>
        </p:nvSpPr>
        <p:spPr>
          <a:xfrm>
            <a:off x="73152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1" name="Shape 439"/>
          <p:cNvSpPr/>
          <p:nvPr/>
        </p:nvSpPr>
        <p:spPr>
          <a:xfrm>
            <a:off x="77724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2" name="Shape 440"/>
          <p:cNvSpPr/>
          <p:nvPr/>
        </p:nvSpPr>
        <p:spPr>
          <a:xfrm>
            <a:off x="82296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3" name="Shape 441"/>
          <p:cNvSpPr/>
          <p:nvPr/>
        </p:nvSpPr>
        <p:spPr>
          <a:xfrm>
            <a:off x="86868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4" name="Shape 442"/>
          <p:cNvSpPr/>
          <p:nvPr/>
        </p:nvSpPr>
        <p:spPr>
          <a:xfrm>
            <a:off x="91440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5" name="Shape 443"/>
          <p:cNvSpPr/>
          <p:nvPr/>
        </p:nvSpPr>
        <p:spPr>
          <a:xfrm>
            <a:off x="96012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6" name="Shape 444"/>
          <p:cNvSpPr/>
          <p:nvPr/>
        </p:nvSpPr>
        <p:spPr>
          <a:xfrm>
            <a:off x="100584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7" name="Shape 445"/>
          <p:cNvSpPr/>
          <p:nvPr/>
        </p:nvSpPr>
        <p:spPr>
          <a:xfrm>
            <a:off x="105156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8" name="Shape 446"/>
          <p:cNvSpPr/>
          <p:nvPr/>
        </p:nvSpPr>
        <p:spPr>
          <a:xfrm>
            <a:off x="109728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9" name="Shape 447"/>
          <p:cNvSpPr/>
          <p:nvPr/>
        </p:nvSpPr>
        <p:spPr>
          <a:xfrm>
            <a:off x="114300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0" name="Shape 448"/>
          <p:cNvSpPr/>
          <p:nvPr/>
        </p:nvSpPr>
        <p:spPr>
          <a:xfrm>
            <a:off x="118872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1" name="Shape 449"/>
          <p:cNvSpPr/>
          <p:nvPr/>
        </p:nvSpPr>
        <p:spPr>
          <a:xfrm>
            <a:off x="123444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2" name="Shape 450"/>
          <p:cNvSpPr/>
          <p:nvPr/>
        </p:nvSpPr>
        <p:spPr>
          <a:xfrm>
            <a:off x="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3" name="Shape 451"/>
          <p:cNvSpPr/>
          <p:nvPr/>
        </p:nvSpPr>
        <p:spPr>
          <a:xfrm>
            <a:off x="4572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4" name="Shape 452"/>
          <p:cNvSpPr/>
          <p:nvPr/>
        </p:nvSpPr>
        <p:spPr>
          <a:xfrm>
            <a:off x="9144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5" name="Shape 453"/>
          <p:cNvSpPr/>
          <p:nvPr/>
        </p:nvSpPr>
        <p:spPr>
          <a:xfrm>
            <a:off x="13716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6" name="Shape 454"/>
          <p:cNvSpPr/>
          <p:nvPr/>
        </p:nvSpPr>
        <p:spPr>
          <a:xfrm>
            <a:off x="18288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7" name="Shape 455"/>
          <p:cNvSpPr/>
          <p:nvPr/>
        </p:nvSpPr>
        <p:spPr>
          <a:xfrm>
            <a:off x="22860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8" name="Shape 456"/>
          <p:cNvSpPr/>
          <p:nvPr/>
        </p:nvSpPr>
        <p:spPr>
          <a:xfrm>
            <a:off x="27432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9" name="Shape 457"/>
          <p:cNvSpPr/>
          <p:nvPr/>
        </p:nvSpPr>
        <p:spPr>
          <a:xfrm>
            <a:off x="32004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0" name="Shape 458"/>
          <p:cNvSpPr/>
          <p:nvPr/>
        </p:nvSpPr>
        <p:spPr>
          <a:xfrm>
            <a:off x="36576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1" name="Shape 459"/>
          <p:cNvSpPr/>
          <p:nvPr/>
        </p:nvSpPr>
        <p:spPr>
          <a:xfrm>
            <a:off x="41148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2" name="Shape 460"/>
          <p:cNvSpPr/>
          <p:nvPr/>
        </p:nvSpPr>
        <p:spPr>
          <a:xfrm>
            <a:off x="45720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3" name="Shape 461"/>
          <p:cNvSpPr/>
          <p:nvPr/>
        </p:nvSpPr>
        <p:spPr>
          <a:xfrm>
            <a:off x="50292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4" name="Shape 462"/>
          <p:cNvSpPr/>
          <p:nvPr/>
        </p:nvSpPr>
        <p:spPr>
          <a:xfrm>
            <a:off x="54864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5" name="Shape 463"/>
          <p:cNvSpPr/>
          <p:nvPr/>
        </p:nvSpPr>
        <p:spPr>
          <a:xfrm>
            <a:off x="59436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6" name="Shape 464"/>
          <p:cNvSpPr/>
          <p:nvPr/>
        </p:nvSpPr>
        <p:spPr>
          <a:xfrm>
            <a:off x="64008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7" name="Shape 465"/>
          <p:cNvSpPr/>
          <p:nvPr/>
        </p:nvSpPr>
        <p:spPr>
          <a:xfrm>
            <a:off x="68580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8" name="Shape 466"/>
          <p:cNvSpPr/>
          <p:nvPr/>
        </p:nvSpPr>
        <p:spPr>
          <a:xfrm>
            <a:off x="73152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9" name="Shape 467"/>
          <p:cNvSpPr/>
          <p:nvPr/>
        </p:nvSpPr>
        <p:spPr>
          <a:xfrm>
            <a:off x="77724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0" name="Shape 468"/>
          <p:cNvSpPr/>
          <p:nvPr/>
        </p:nvSpPr>
        <p:spPr>
          <a:xfrm>
            <a:off x="82296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1" name="Shape 469"/>
          <p:cNvSpPr/>
          <p:nvPr/>
        </p:nvSpPr>
        <p:spPr>
          <a:xfrm>
            <a:off x="86868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2" name="Shape 470"/>
          <p:cNvSpPr/>
          <p:nvPr/>
        </p:nvSpPr>
        <p:spPr>
          <a:xfrm>
            <a:off x="91440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3" name="Shape 471"/>
          <p:cNvSpPr/>
          <p:nvPr/>
        </p:nvSpPr>
        <p:spPr>
          <a:xfrm>
            <a:off x="96012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4" name="Shape 472"/>
          <p:cNvSpPr/>
          <p:nvPr/>
        </p:nvSpPr>
        <p:spPr>
          <a:xfrm>
            <a:off x="100584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5" name="Shape 473"/>
          <p:cNvSpPr/>
          <p:nvPr/>
        </p:nvSpPr>
        <p:spPr>
          <a:xfrm>
            <a:off x="105156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6" name="Shape 474"/>
          <p:cNvSpPr/>
          <p:nvPr/>
        </p:nvSpPr>
        <p:spPr>
          <a:xfrm>
            <a:off x="109728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7" name="Shape 475"/>
          <p:cNvSpPr/>
          <p:nvPr/>
        </p:nvSpPr>
        <p:spPr>
          <a:xfrm>
            <a:off x="114300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8" name="Shape 476"/>
          <p:cNvSpPr/>
          <p:nvPr/>
        </p:nvSpPr>
        <p:spPr>
          <a:xfrm>
            <a:off x="118872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9" name="Shape 477"/>
          <p:cNvSpPr/>
          <p:nvPr/>
        </p:nvSpPr>
        <p:spPr>
          <a:xfrm>
            <a:off x="123444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0" name="Shape 478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0A2E"/>
          </a:solidFill>
          <a:ln w="1905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1" name="Shape 479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2" name="Text 480"/>
          <p:cNvSpPr/>
          <p:nvPr/>
        </p:nvSpPr>
        <p:spPr>
          <a:xfrm>
            <a:off x="164592" y="4572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Methodology</a:t>
            </a:r>
            <a:endParaRPr lang="en-US" sz="2000" dirty="0"/>
          </a:p>
        </p:txBody>
      </p:sp>
      <p:sp>
        <p:nvSpPr>
          <p:cNvPr id="483" name="Shape 481"/>
          <p:cNvSpPr/>
          <p:nvPr/>
        </p:nvSpPr>
        <p:spPr>
          <a:xfrm>
            <a:off x="8613648" y="91440"/>
            <a:ext cx="3419856" cy="475488"/>
          </a:xfrm>
          <a:prstGeom prst="roundRect">
            <a:avLst>
              <a:gd name="adj" fmla="val 9615"/>
            </a:avLst>
          </a:prstGeom>
          <a:solidFill>
            <a:srgbClr val="00C2CB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4" name="Text 482"/>
          <p:cNvSpPr/>
          <p:nvPr/>
        </p:nvSpPr>
        <p:spPr>
          <a:xfrm>
            <a:off x="8613648" y="91440"/>
            <a:ext cx="3419856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Jigsaw (1.8M) + TweetEval (9K) | 58,954 modeling records</a:t>
            </a:r>
            <a:endParaRPr lang="en-US" sz="700" dirty="0"/>
          </a:p>
        </p:txBody>
      </p:sp>
      <p:sp>
        <p:nvSpPr>
          <p:cNvPr id="485" name="Shape 483"/>
          <p:cNvSpPr/>
          <p:nvPr/>
        </p:nvSpPr>
        <p:spPr>
          <a:xfrm>
            <a:off x="164592" y="749808"/>
            <a:ext cx="3867912" cy="5815584"/>
          </a:xfrm>
          <a:prstGeom prst="rect">
            <a:avLst/>
          </a:prstGeom>
          <a:solidFill>
            <a:srgbClr val="2D1446"/>
          </a:solidFill>
          <a:ln w="9525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6" name="Shape 484"/>
          <p:cNvSpPr/>
          <p:nvPr/>
        </p:nvSpPr>
        <p:spPr>
          <a:xfrm>
            <a:off x="4160520" y="749808"/>
            <a:ext cx="3867912" cy="5815584"/>
          </a:xfrm>
          <a:prstGeom prst="rect">
            <a:avLst/>
          </a:prstGeom>
          <a:solidFill>
            <a:srgbClr val="2A1050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7" name="Shape 485"/>
          <p:cNvSpPr/>
          <p:nvPr/>
        </p:nvSpPr>
        <p:spPr>
          <a:xfrm>
            <a:off x="8156448" y="749808"/>
            <a:ext cx="3867912" cy="5815584"/>
          </a:xfrm>
          <a:prstGeom prst="rect">
            <a:avLst/>
          </a:prstGeom>
          <a:solidFill>
            <a:srgbClr val="2D1446"/>
          </a:solidFill>
          <a:ln w="9525">
            <a:solidFill>
              <a:srgbClr val="009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8" name="Shape 486"/>
          <p:cNvSpPr/>
          <p:nvPr/>
        </p:nvSpPr>
        <p:spPr>
          <a:xfrm>
            <a:off x="164592" y="749808"/>
            <a:ext cx="3867912" cy="31089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9" name="Text 487"/>
          <p:cNvSpPr/>
          <p:nvPr/>
        </p:nvSpPr>
        <p:spPr>
          <a:xfrm>
            <a:off x="228600" y="749808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Pipeline</a:t>
            </a:r>
            <a:endParaRPr lang="en-US" sz="1200" dirty="0"/>
          </a:p>
        </p:txBody>
      </p:sp>
      <p:sp>
        <p:nvSpPr>
          <p:cNvPr id="490" name="Shape 488"/>
          <p:cNvSpPr/>
          <p:nvPr/>
        </p:nvSpPr>
        <p:spPr>
          <a:xfrm>
            <a:off x="256032" y="1106424"/>
            <a:ext cx="3685032" cy="522514"/>
          </a:xfrm>
          <a:prstGeom prst="roundRect">
            <a:avLst>
              <a:gd name="adj" fmla="val 8750"/>
            </a:avLst>
          </a:prstGeom>
          <a:solidFill>
            <a:srgbClr val="2A1050"/>
          </a:solidFill>
          <a:ln w="9525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1" name="Shape 489"/>
          <p:cNvSpPr/>
          <p:nvPr/>
        </p:nvSpPr>
        <p:spPr>
          <a:xfrm>
            <a:off x="292608" y="1248809"/>
            <a:ext cx="237744" cy="237744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2" name="Text 490"/>
          <p:cNvSpPr/>
          <p:nvPr/>
        </p:nvSpPr>
        <p:spPr>
          <a:xfrm>
            <a:off x="292608" y="124880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493" name="Text 491"/>
          <p:cNvSpPr/>
          <p:nvPr/>
        </p:nvSpPr>
        <p:spPr>
          <a:xfrm>
            <a:off x="585216" y="1133856"/>
            <a:ext cx="3319272" cy="46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Contraction Expansion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("don’t" → "do not")</a:t>
            </a:r>
            <a:endParaRPr lang="en-US" sz="850" dirty="0"/>
          </a:p>
        </p:txBody>
      </p:sp>
      <p:sp>
        <p:nvSpPr>
          <p:cNvPr id="494" name="Shape 492"/>
          <p:cNvSpPr/>
          <p:nvPr/>
        </p:nvSpPr>
        <p:spPr>
          <a:xfrm>
            <a:off x="2098548" y="1628938"/>
            <a:ext cx="0" cy="54864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5" name="Shape 493"/>
          <p:cNvSpPr/>
          <p:nvPr/>
        </p:nvSpPr>
        <p:spPr>
          <a:xfrm>
            <a:off x="256032" y="1683802"/>
            <a:ext cx="3685032" cy="522514"/>
          </a:xfrm>
          <a:prstGeom prst="roundRect">
            <a:avLst>
              <a:gd name="adj" fmla="val 8750"/>
            </a:avLst>
          </a:prstGeom>
          <a:solidFill>
            <a:srgbClr val="2A1050"/>
          </a:solidFill>
          <a:ln w="9525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6" name="Shape 494"/>
          <p:cNvSpPr/>
          <p:nvPr/>
        </p:nvSpPr>
        <p:spPr>
          <a:xfrm>
            <a:off x="292608" y="1826187"/>
            <a:ext cx="237744" cy="237744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7" name="Text 495"/>
          <p:cNvSpPr/>
          <p:nvPr/>
        </p:nvSpPr>
        <p:spPr>
          <a:xfrm>
            <a:off x="292608" y="182618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498" name="Text 496"/>
          <p:cNvSpPr/>
          <p:nvPr/>
        </p:nvSpPr>
        <p:spPr>
          <a:xfrm>
            <a:off x="585216" y="1711234"/>
            <a:ext cx="3319272" cy="46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Lowercasing + Mention/URL Normalization</a:t>
            </a:r>
            <a:endParaRPr lang="en-US" sz="850" dirty="0"/>
          </a:p>
        </p:txBody>
      </p:sp>
      <p:sp>
        <p:nvSpPr>
          <p:cNvPr id="499" name="Shape 497"/>
          <p:cNvSpPr/>
          <p:nvPr/>
        </p:nvSpPr>
        <p:spPr>
          <a:xfrm>
            <a:off x="2098548" y="2206317"/>
            <a:ext cx="0" cy="54864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0" name="Shape 498"/>
          <p:cNvSpPr/>
          <p:nvPr/>
        </p:nvSpPr>
        <p:spPr>
          <a:xfrm>
            <a:off x="256032" y="2261181"/>
            <a:ext cx="3685032" cy="522514"/>
          </a:xfrm>
          <a:prstGeom prst="roundRect">
            <a:avLst>
              <a:gd name="adj" fmla="val 8750"/>
            </a:avLst>
          </a:prstGeom>
          <a:solidFill>
            <a:srgbClr val="2A1050"/>
          </a:solidFill>
          <a:ln w="9525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1" name="Shape 499"/>
          <p:cNvSpPr/>
          <p:nvPr/>
        </p:nvSpPr>
        <p:spPr>
          <a:xfrm>
            <a:off x="292608" y="2403566"/>
            <a:ext cx="237744" cy="237744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2" name="Text 500"/>
          <p:cNvSpPr/>
          <p:nvPr/>
        </p:nvSpPr>
        <p:spPr>
          <a:xfrm>
            <a:off x="292608" y="240356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503" name="Text 501"/>
          <p:cNvSpPr/>
          <p:nvPr/>
        </p:nvSpPr>
        <p:spPr>
          <a:xfrm>
            <a:off x="585216" y="2288613"/>
            <a:ext cx="3319272" cy="46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+ Stopword Removal (NLTK)</a:t>
            </a:r>
            <a:endParaRPr lang="en-US" sz="850" dirty="0"/>
          </a:p>
        </p:txBody>
      </p:sp>
      <p:sp>
        <p:nvSpPr>
          <p:cNvPr id="504" name="Shape 502"/>
          <p:cNvSpPr/>
          <p:nvPr/>
        </p:nvSpPr>
        <p:spPr>
          <a:xfrm>
            <a:off x="2098548" y="2783695"/>
            <a:ext cx="0" cy="54864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5" name="Shape 503"/>
          <p:cNvSpPr/>
          <p:nvPr/>
        </p:nvSpPr>
        <p:spPr>
          <a:xfrm>
            <a:off x="256032" y="2838559"/>
            <a:ext cx="3685032" cy="522514"/>
          </a:xfrm>
          <a:prstGeom prst="roundRect">
            <a:avLst>
              <a:gd name="adj" fmla="val 8750"/>
            </a:avLst>
          </a:prstGeom>
          <a:solidFill>
            <a:srgbClr val="2A1050"/>
          </a:solidFill>
          <a:ln w="9525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6" name="Shape 504"/>
          <p:cNvSpPr/>
          <p:nvPr/>
        </p:nvSpPr>
        <p:spPr>
          <a:xfrm>
            <a:off x="292608" y="2980944"/>
            <a:ext cx="237744" cy="237744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7" name="Text 505"/>
          <p:cNvSpPr/>
          <p:nvPr/>
        </p:nvSpPr>
        <p:spPr>
          <a:xfrm>
            <a:off x="292608" y="29809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508" name="Text 506"/>
          <p:cNvSpPr/>
          <p:nvPr/>
        </p:nvSpPr>
        <p:spPr>
          <a:xfrm>
            <a:off x="585216" y="2865991"/>
            <a:ext cx="3319272" cy="46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Vectorization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(50K features, unigrams+bigrams)</a:t>
            </a:r>
            <a:endParaRPr lang="en-US" sz="850" dirty="0"/>
          </a:p>
        </p:txBody>
      </p:sp>
      <p:sp>
        <p:nvSpPr>
          <p:cNvPr id="509" name="Shape 507"/>
          <p:cNvSpPr/>
          <p:nvPr/>
        </p:nvSpPr>
        <p:spPr>
          <a:xfrm>
            <a:off x="2098548" y="3361073"/>
            <a:ext cx="0" cy="54864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0" name="Shape 508"/>
          <p:cNvSpPr/>
          <p:nvPr/>
        </p:nvSpPr>
        <p:spPr>
          <a:xfrm>
            <a:off x="256032" y="3415937"/>
            <a:ext cx="3685032" cy="522514"/>
          </a:xfrm>
          <a:prstGeom prst="roundRect">
            <a:avLst>
              <a:gd name="adj" fmla="val 8750"/>
            </a:avLst>
          </a:prstGeom>
          <a:solidFill>
            <a:srgbClr val="2A1050"/>
          </a:solidFill>
          <a:ln w="9525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1" name="Shape 509"/>
          <p:cNvSpPr/>
          <p:nvPr/>
        </p:nvSpPr>
        <p:spPr>
          <a:xfrm>
            <a:off x="292608" y="3558322"/>
            <a:ext cx="237744" cy="237744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2" name="Text 510"/>
          <p:cNvSpPr/>
          <p:nvPr/>
        </p:nvSpPr>
        <p:spPr>
          <a:xfrm>
            <a:off x="292608" y="355832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513" name="Text 511"/>
          <p:cNvSpPr/>
          <p:nvPr/>
        </p:nvSpPr>
        <p:spPr>
          <a:xfrm>
            <a:off x="585216" y="3443369"/>
            <a:ext cx="3319272" cy="46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Truncated SVD: 50,000 → 200–300 dims</a:t>
            </a:r>
            <a:endParaRPr lang="en-US" sz="850" dirty="0"/>
          </a:p>
        </p:txBody>
      </p:sp>
      <p:sp>
        <p:nvSpPr>
          <p:cNvPr id="514" name="Shape 512"/>
          <p:cNvSpPr/>
          <p:nvPr/>
        </p:nvSpPr>
        <p:spPr>
          <a:xfrm>
            <a:off x="2098548" y="3938451"/>
            <a:ext cx="0" cy="54864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5" name="Shape 513"/>
          <p:cNvSpPr/>
          <p:nvPr/>
        </p:nvSpPr>
        <p:spPr>
          <a:xfrm>
            <a:off x="256032" y="3993315"/>
            <a:ext cx="3685032" cy="522514"/>
          </a:xfrm>
          <a:prstGeom prst="roundRect">
            <a:avLst>
              <a:gd name="adj" fmla="val 8750"/>
            </a:avLst>
          </a:prstGeom>
          <a:solidFill>
            <a:srgbClr val="2A1050"/>
          </a:solidFill>
          <a:ln w="9525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6" name="Shape 514"/>
          <p:cNvSpPr/>
          <p:nvPr/>
        </p:nvSpPr>
        <p:spPr>
          <a:xfrm>
            <a:off x="292608" y="4135701"/>
            <a:ext cx="237744" cy="237744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7" name="Text 515"/>
          <p:cNvSpPr/>
          <p:nvPr/>
        </p:nvSpPr>
        <p:spPr>
          <a:xfrm>
            <a:off x="292608" y="413570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518" name="Text 516"/>
          <p:cNvSpPr/>
          <p:nvPr/>
        </p:nvSpPr>
        <p:spPr>
          <a:xfrm>
            <a:off x="585216" y="4020747"/>
            <a:ext cx="3319272" cy="46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Normalization</a:t>
            </a:r>
            <a:endParaRPr lang="en-US" sz="850" dirty="0"/>
          </a:p>
        </p:txBody>
      </p:sp>
      <p:sp>
        <p:nvSpPr>
          <p:cNvPr id="519" name="Shape 517"/>
          <p:cNvSpPr/>
          <p:nvPr/>
        </p:nvSpPr>
        <p:spPr>
          <a:xfrm>
            <a:off x="2098548" y="4515830"/>
            <a:ext cx="0" cy="54864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0" name="Shape 518"/>
          <p:cNvSpPr/>
          <p:nvPr/>
        </p:nvSpPr>
        <p:spPr>
          <a:xfrm>
            <a:off x="256032" y="4570694"/>
            <a:ext cx="3685032" cy="522514"/>
          </a:xfrm>
          <a:prstGeom prst="roundRect">
            <a:avLst>
              <a:gd name="adj" fmla="val 8750"/>
            </a:avLst>
          </a:prstGeom>
          <a:solidFill>
            <a:srgbClr val="2A1050"/>
          </a:solidFill>
          <a:ln w="9525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1" name="Shape 519"/>
          <p:cNvSpPr/>
          <p:nvPr/>
        </p:nvSpPr>
        <p:spPr>
          <a:xfrm>
            <a:off x="292608" y="4713079"/>
            <a:ext cx="237744" cy="237744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2" name="Text 520"/>
          <p:cNvSpPr/>
          <p:nvPr/>
        </p:nvSpPr>
        <p:spPr>
          <a:xfrm>
            <a:off x="292608" y="471307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523" name="Text 521"/>
          <p:cNvSpPr/>
          <p:nvPr/>
        </p:nvSpPr>
        <p:spPr>
          <a:xfrm>
            <a:off x="585216" y="4598126"/>
            <a:ext cx="3319272" cy="46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DistilBERT: raw text → WordPiece (max 128 tokens)</a:t>
            </a:r>
            <a:endParaRPr lang="en-US" sz="850" dirty="0"/>
          </a:p>
        </p:txBody>
      </p:sp>
      <p:sp>
        <p:nvSpPr>
          <p:cNvPr id="524" name="Shape 522"/>
          <p:cNvSpPr/>
          <p:nvPr/>
        </p:nvSpPr>
        <p:spPr>
          <a:xfrm>
            <a:off x="237744" y="5248656"/>
            <a:ext cx="3721608" cy="1316736"/>
          </a:xfrm>
          <a:prstGeom prst="rect">
            <a:avLst/>
          </a:prstGeom>
          <a:solidFill>
            <a:srgbClr val="0D1117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5" name="Shape 523"/>
          <p:cNvSpPr/>
          <p:nvPr/>
        </p:nvSpPr>
        <p:spPr>
          <a:xfrm>
            <a:off x="237744" y="5248656"/>
            <a:ext cx="3721608" cy="219456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6" name="Text 524"/>
          <p:cNvSpPr/>
          <p:nvPr/>
        </p:nvSpPr>
        <p:spPr>
          <a:xfrm>
            <a:off x="274320" y="5248656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/ &gt;  </a:t>
            </a: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Outlier Detection via IQR</a:t>
            </a:r>
            <a:endParaRPr lang="en-US" sz="750" dirty="0"/>
          </a:p>
        </p:txBody>
      </p:sp>
      <p:pic>
        <p:nvPicPr>
          <p:cNvPr id="527" name="Image 0" descr="C:\Users\Himanshu Jain\OneDrive - Manipal Academy of Higher Education\Desktop\Toxcity mining\code_snippe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" y="5468112"/>
            <a:ext cx="3721608" cy="1097280"/>
          </a:xfrm>
          <a:prstGeom prst="rect">
            <a:avLst/>
          </a:prstGeom>
        </p:spPr>
      </p:pic>
      <p:sp>
        <p:nvSpPr>
          <p:cNvPr id="528" name="Shape 525"/>
          <p:cNvSpPr/>
          <p:nvPr/>
        </p:nvSpPr>
        <p:spPr>
          <a:xfrm>
            <a:off x="4160520" y="749808"/>
            <a:ext cx="3867912" cy="31089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9" name="Text 526"/>
          <p:cNvSpPr/>
          <p:nvPr/>
        </p:nvSpPr>
        <p:spPr>
          <a:xfrm>
            <a:off x="4224528" y="749808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Models Across 4 Categories</a:t>
            </a:r>
            <a:endParaRPr lang="en-US" sz="1200" dirty="0"/>
          </a:p>
        </p:txBody>
      </p:sp>
      <p:sp>
        <p:nvSpPr>
          <p:cNvPr id="530" name="Shape 527"/>
          <p:cNvSpPr/>
          <p:nvPr/>
        </p:nvSpPr>
        <p:spPr>
          <a:xfrm>
            <a:off x="4251960" y="1106424"/>
            <a:ext cx="3685032" cy="996696"/>
          </a:xfrm>
          <a:prstGeom prst="rect">
            <a:avLst/>
          </a:prstGeom>
          <a:solidFill>
            <a:srgbClr val="2D1446"/>
          </a:solidFill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1" name="Shape 528"/>
          <p:cNvSpPr/>
          <p:nvPr/>
        </p:nvSpPr>
        <p:spPr>
          <a:xfrm>
            <a:off x="4297680" y="1504188"/>
            <a:ext cx="201168" cy="201168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2" name="Text 529"/>
          <p:cNvSpPr/>
          <p:nvPr/>
        </p:nvSpPr>
        <p:spPr>
          <a:xfrm>
            <a:off x="4562856" y="1143000"/>
            <a:ext cx="3319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950" dirty="0"/>
          </a:p>
        </p:txBody>
      </p:sp>
      <p:sp>
        <p:nvSpPr>
          <p:cNvPr id="533" name="Text 530"/>
          <p:cNvSpPr/>
          <p:nvPr/>
        </p:nvSpPr>
        <p:spPr>
          <a:xfrm>
            <a:off x="4297680" y="1399032"/>
            <a:ext cx="3593592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 ·  LightGBM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 ·  Stacking Classifier</a:t>
            </a:r>
            <a:endParaRPr lang="en-US" sz="850" dirty="0"/>
          </a:p>
        </p:txBody>
      </p:sp>
      <p:sp>
        <p:nvSpPr>
          <p:cNvPr id="534" name="Shape 531"/>
          <p:cNvSpPr/>
          <p:nvPr/>
        </p:nvSpPr>
        <p:spPr>
          <a:xfrm>
            <a:off x="4251960" y="2176272"/>
            <a:ext cx="3685032" cy="996696"/>
          </a:xfrm>
          <a:prstGeom prst="rect">
            <a:avLst/>
          </a:prstGeom>
          <a:solidFill>
            <a:srgbClr val="2D1446"/>
          </a:solidFill>
          <a:ln w="1905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5" name="Shape 532"/>
          <p:cNvSpPr/>
          <p:nvPr/>
        </p:nvSpPr>
        <p:spPr>
          <a:xfrm>
            <a:off x="4297680" y="2574036"/>
            <a:ext cx="201168" cy="201168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6" name="Text 533"/>
          <p:cNvSpPr/>
          <p:nvPr/>
        </p:nvSpPr>
        <p:spPr>
          <a:xfrm>
            <a:off x="4562856" y="2212848"/>
            <a:ext cx="3319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950" dirty="0"/>
          </a:p>
        </p:txBody>
      </p:sp>
      <p:sp>
        <p:nvSpPr>
          <p:cNvPr id="537" name="Text 534"/>
          <p:cNvSpPr/>
          <p:nvPr/>
        </p:nvSpPr>
        <p:spPr>
          <a:xfrm>
            <a:off x="4297680" y="2468880"/>
            <a:ext cx="3593592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(also used as meta-learner)</a:t>
            </a:r>
            <a:endParaRPr lang="en-US" sz="850" dirty="0"/>
          </a:p>
        </p:txBody>
      </p:sp>
      <p:sp>
        <p:nvSpPr>
          <p:cNvPr id="538" name="Shape 535"/>
          <p:cNvSpPr/>
          <p:nvPr/>
        </p:nvSpPr>
        <p:spPr>
          <a:xfrm>
            <a:off x="4251960" y="3246120"/>
            <a:ext cx="3685032" cy="996696"/>
          </a:xfrm>
          <a:prstGeom prst="rect">
            <a:avLst/>
          </a:prstGeom>
          <a:solidFill>
            <a:srgbClr val="2D1446"/>
          </a:solidFill>
          <a:ln w="1905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9" name="Shape 536"/>
          <p:cNvSpPr/>
          <p:nvPr/>
        </p:nvSpPr>
        <p:spPr>
          <a:xfrm>
            <a:off x="4297680" y="3643884"/>
            <a:ext cx="201168" cy="201168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0" name="Text 537"/>
          <p:cNvSpPr/>
          <p:nvPr/>
        </p:nvSpPr>
        <p:spPr>
          <a:xfrm>
            <a:off x="4562856" y="3282696"/>
            <a:ext cx="3319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950" dirty="0"/>
          </a:p>
        </p:txBody>
      </p:sp>
      <p:sp>
        <p:nvSpPr>
          <p:cNvPr id="541" name="Text 538"/>
          <p:cNvSpPr/>
          <p:nvPr/>
        </p:nvSpPr>
        <p:spPr>
          <a:xfrm>
            <a:off x="4297680" y="3538728"/>
            <a:ext cx="3593592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(k=2, Silhouette Score = 0.0999)</a:t>
            </a:r>
            <a:endParaRPr lang="en-US" sz="850" dirty="0"/>
          </a:p>
        </p:txBody>
      </p:sp>
      <p:sp>
        <p:nvSpPr>
          <p:cNvPr id="542" name="Shape 539"/>
          <p:cNvSpPr/>
          <p:nvPr/>
        </p:nvSpPr>
        <p:spPr>
          <a:xfrm>
            <a:off x="4251960" y="4315968"/>
            <a:ext cx="3685032" cy="996696"/>
          </a:xfrm>
          <a:prstGeom prst="rect">
            <a:avLst/>
          </a:prstGeom>
          <a:solidFill>
            <a:srgbClr val="2D1446"/>
          </a:solidFill>
          <a:ln w="1905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3" name="Shape 540"/>
          <p:cNvSpPr/>
          <p:nvPr/>
        </p:nvSpPr>
        <p:spPr>
          <a:xfrm>
            <a:off x="4297680" y="4713732"/>
            <a:ext cx="201168" cy="20116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4" name="Text 541"/>
          <p:cNvSpPr/>
          <p:nvPr/>
        </p:nvSpPr>
        <p:spPr>
          <a:xfrm>
            <a:off x="4562856" y="4352544"/>
            <a:ext cx="3319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Mining</a:t>
            </a:r>
            <a:endParaRPr lang="en-US" sz="950" dirty="0"/>
          </a:p>
        </p:txBody>
      </p:sp>
      <p:sp>
        <p:nvSpPr>
          <p:cNvPr id="545" name="Text 542"/>
          <p:cNvSpPr/>
          <p:nvPr/>
        </p:nvSpPr>
        <p:spPr>
          <a:xfrm>
            <a:off x="4297680" y="4608576"/>
            <a:ext cx="3593592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(min_support=0.01, min_confidence=0.2)</a:t>
            </a:r>
            <a:endParaRPr lang="en-US" sz="850" dirty="0"/>
          </a:p>
        </p:txBody>
      </p:sp>
      <p:sp>
        <p:nvSpPr>
          <p:cNvPr id="546" name="Shape 543"/>
          <p:cNvSpPr/>
          <p:nvPr/>
        </p:nvSpPr>
        <p:spPr>
          <a:xfrm>
            <a:off x="4251960" y="5541264"/>
            <a:ext cx="3685032" cy="1024128"/>
          </a:xfrm>
          <a:prstGeom prst="roundRect">
            <a:avLst>
              <a:gd name="adj" fmla="val 5357"/>
            </a:avLst>
          </a:prstGeom>
          <a:solidFill>
            <a:srgbClr val="1A0A3E"/>
          </a:solidFill>
          <a:ln w="12700">
            <a:solidFill>
              <a:srgbClr val="00C2C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47" name="Text 544"/>
          <p:cNvSpPr/>
          <p:nvPr/>
        </p:nvSpPr>
        <p:spPr>
          <a:xfrm>
            <a:off x="4297680" y="5596128"/>
            <a:ext cx="3593592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
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GridSearchCV: Naive Bayes, Logistic Regression</a:t>
            </a:r>
            <a:endParaRPr lang="en-US" sz="9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Optuna: LightGBM (50 trials), DistilBERT (5 trials), Stacking (30 trials/model)</a:t>
            </a:r>
            <a:endParaRPr lang="en-US" sz="900" dirty="0"/>
          </a:p>
        </p:txBody>
      </p:sp>
      <p:sp>
        <p:nvSpPr>
          <p:cNvPr id="548" name="Shape 545"/>
          <p:cNvSpPr/>
          <p:nvPr/>
        </p:nvSpPr>
        <p:spPr>
          <a:xfrm>
            <a:off x="8156448" y="749808"/>
            <a:ext cx="3867912" cy="310896"/>
          </a:xfrm>
          <a:prstGeom prst="rect">
            <a:avLst/>
          </a:prstGeom>
          <a:solidFill>
            <a:srgbClr val="009DA5"/>
          </a:solidFill>
          <a:ln w="12700">
            <a:solidFill>
              <a:srgbClr val="009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9" name="Text 546"/>
          <p:cNvSpPr/>
          <p:nvPr/>
        </p:nvSpPr>
        <p:spPr>
          <a:xfrm>
            <a:off x="8220456" y="749808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at a Glance</a:t>
            </a:r>
            <a:endParaRPr lang="en-US" sz="1200" dirty="0"/>
          </a:p>
        </p:txBody>
      </p:sp>
      <p:sp>
        <p:nvSpPr>
          <p:cNvPr id="550" name="Shape 547"/>
          <p:cNvSpPr/>
          <p:nvPr/>
        </p:nvSpPr>
        <p:spPr>
          <a:xfrm>
            <a:off x="8247888" y="1106424"/>
            <a:ext cx="3685032" cy="2066544"/>
          </a:xfrm>
          <a:prstGeom prst="rect">
            <a:avLst/>
          </a:prstGeom>
          <a:solidFill>
            <a:srgbClr val="2A1050"/>
          </a:solidFill>
          <a:ln w="1905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1" name="Shape 548"/>
          <p:cNvSpPr/>
          <p:nvPr/>
        </p:nvSpPr>
        <p:spPr>
          <a:xfrm>
            <a:off x="8247888" y="1106424"/>
            <a:ext cx="3685032" cy="25603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2" name="Text 549"/>
          <p:cNvSpPr/>
          <p:nvPr/>
        </p:nvSpPr>
        <p:spPr>
          <a:xfrm>
            <a:off x="8293608" y="1115568"/>
            <a:ext cx="3593592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Jigsaw Civil Comments</a:t>
            </a:r>
            <a:endParaRPr lang="en-US" sz="950" dirty="0"/>
          </a:p>
        </p:txBody>
      </p:sp>
      <p:sp>
        <p:nvSpPr>
          <p:cNvPr id="553" name="Text 550"/>
          <p:cNvSpPr/>
          <p:nvPr/>
        </p:nvSpPr>
        <p:spPr>
          <a:xfrm>
            <a:off x="8293608" y="1380744"/>
            <a:ext cx="3593592" cy="17556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1,804,874 raw rows  →  1,765,331 after cleaning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8.3% toxic  |  91.7% non-toxic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Long-form forum text  |  Median 36 words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Source: Google Jigsaw / Kaggle</a:t>
            </a:r>
            <a:endParaRPr lang="en-US" sz="850" dirty="0"/>
          </a:p>
        </p:txBody>
      </p:sp>
      <p:sp>
        <p:nvSpPr>
          <p:cNvPr id="554" name="Shape 551"/>
          <p:cNvSpPr/>
          <p:nvPr/>
        </p:nvSpPr>
        <p:spPr>
          <a:xfrm>
            <a:off x="8247888" y="3264408"/>
            <a:ext cx="3685032" cy="2066544"/>
          </a:xfrm>
          <a:prstGeom prst="rect">
            <a:avLst/>
          </a:prstGeom>
          <a:solidFill>
            <a:srgbClr val="2A1050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5" name="Shape 552"/>
          <p:cNvSpPr/>
          <p:nvPr/>
        </p:nvSpPr>
        <p:spPr>
          <a:xfrm>
            <a:off x="8247888" y="3264408"/>
            <a:ext cx="3685032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6" name="Text 553"/>
          <p:cNvSpPr/>
          <p:nvPr/>
        </p:nvSpPr>
        <p:spPr>
          <a:xfrm>
            <a:off x="8293608" y="3273552"/>
            <a:ext cx="3593592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TweetEval (Hate Speech)</a:t>
            </a:r>
            <a:endParaRPr lang="en-US" sz="950" dirty="0"/>
          </a:p>
        </p:txBody>
      </p:sp>
      <p:sp>
        <p:nvSpPr>
          <p:cNvPr id="557" name="Text 554"/>
          <p:cNvSpPr/>
          <p:nvPr/>
        </p:nvSpPr>
        <p:spPr>
          <a:xfrm>
            <a:off x="8293608" y="3538728"/>
            <a:ext cx="3593592" cy="17556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9,000 raw rows  →  8,954 after cleaning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More balanced split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Short tweets  |  Median 19 words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Source: Cardiff NLP benchmark</a:t>
            </a:r>
            <a:endParaRPr lang="en-US" sz="850" dirty="0"/>
          </a:p>
        </p:txBody>
      </p:sp>
      <p:sp>
        <p:nvSpPr>
          <p:cNvPr id="558" name="Shape 555"/>
          <p:cNvSpPr/>
          <p:nvPr/>
        </p:nvSpPr>
        <p:spPr>
          <a:xfrm>
            <a:off x="8247888" y="5577840"/>
            <a:ext cx="3685032" cy="987552"/>
          </a:xfrm>
          <a:prstGeom prst="roundRect">
            <a:avLst>
              <a:gd name="adj" fmla="val 5556"/>
            </a:avLst>
          </a:prstGeom>
          <a:solidFill>
            <a:srgbClr val="0D3A3D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9" name="Text 556"/>
          <p:cNvSpPr/>
          <p:nvPr/>
        </p:nvSpPr>
        <p:spPr>
          <a:xfrm>
            <a:off x="8302752" y="5632704"/>
            <a:ext cx="3575304" cy="8961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Modeling Set
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stratified Jigsaw + 8,954 TweetEval</a:t>
            </a:r>
            <a:endParaRPr lang="en-US" sz="9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58,954 records total</a:t>
            </a:r>
            <a:endParaRPr lang="en-US" sz="9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balance: 51.2% non-toxic  /  48.8% toxic</a:t>
            </a:r>
            <a:endParaRPr lang="en-US" sz="950" dirty="0"/>
          </a:p>
        </p:txBody>
      </p:sp>
      <p:sp>
        <p:nvSpPr>
          <p:cNvPr id="560" name="Shape 55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7A80"/>
          </a:solidFill>
          <a:ln w="12700">
            <a:solidFill>
              <a:srgbClr val="007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1" name="Text 55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5502 Data Mining  ·  Group 11  ·  University of Colorado Boulder  ·  Spring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41148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144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9436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9728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60020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10312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60604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10896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1188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11480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61772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12064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62356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12648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62940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13232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63524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13816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64108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914400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964692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014984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065276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115568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1165860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1216152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1266444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1316736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13670280" y="0"/>
            <a:ext cx="3200400" cy="6858000"/>
          </a:xfrm>
          <a:prstGeom prst="line">
            <a:avLst/>
          </a:prstGeom>
          <a:noFill/>
          <a:ln w="508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572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9144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13716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18288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22860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27432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32004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36576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1148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5720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50292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54864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59436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64008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68580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73152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77724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82296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86868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91440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96012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100584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105156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109728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114300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118872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12344400" y="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4572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9144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13716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18288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22860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27432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32004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36576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41148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45720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50292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54864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59436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Shape 72"/>
          <p:cNvSpPr/>
          <p:nvPr/>
        </p:nvSpPr>
        <p:spPr>
          <a:xfrm>
            <a:off x="64008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73"/>
          <p:cNvSpPr/>
          <p:nvPr/>
        </p:nvSpPr>
        <p:spPr>
          <a:xfrm>
            <a:off x="68580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73152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Shape 75"/>
          <p:cNvSpPr/>
          <p:nvPr/>
        </p:nvSpPr>
        <p:spPr>
          <a:xfrm>
            <a:off x="77724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82296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86868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Shape 78"/>
          <p:cNvSpPr/>
          <p:nvPr/>
        </p:nvSpPr>
        <p:spPr>
          <a:xfrm>
            <a:off x="91440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96012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Shape 80"/>
          <p:cNvSpPr/>
          <p:nvPr/>
        </p:nvSpPr>
        <p:spPr>
          <a:xfrm>
            <a:off x="100584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81"/>
          <p:cNvSpPr/>
          <p:nvPr/>
        </p:nvSpPr>
        <p:spPr>
          <a:xfrm>
            <a:off x="105156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109728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Shape 83"/>
          <p:cNvSpPr/>
          <p:nvPr/>
        </p:nvSpPr>
        <p:spPr>
          <a:xfrm>
            <a:off x="114300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Shape 84"/>
          <p:cNvSpPr/>
          <p:nvPr/>
        </p:nvSpPr>
        <p:spPr>
          <a:xfrm>
            <a:off x="118872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Shape 85"/>
          <p:cNvSpPr/>
          <p:nvPr/>
        </p:nvSpPr>
        <p:spPr>
          <a:xfrm>
            <a:off x="12344400" y="457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6"/>
          <p:cNvSpPr/>
          <p:nvPr/>
        </p:nvSpPr>
        <p:spPr>
          <a:xfrm>
            <a:off x="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Shape 87"/>
          <p:cNvSpPr/>
          <p:nvPr/>
        </p:nvSpPr>
        <p:spPr>
          <a:xfrm>
            <a:off x="4572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8"/>
          <p:cNvSpPr/>
          <p:nvPr/>
        </p:nvSpPr>
        <p:spPr>
          <a:xfrm>
            <a:off x="9144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9"/>
          <p:cNvSpPr/>
          <p:nvPr/>
        </p:nvSpPr>
        <p:spPr>
          <a:xfrm>
            <a:off x="13716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Shape 90"/>
          <p:cNvSpPr/>
          <p:nvPr/>
        </p:nvSpPr>
        <p:spPr>
          <a:xfrm>
            <a:off x="18288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Shape 91"/>
          <p:cNvSpPr/>
          <p:nvPr/>
        </p:nvSpPr>
        <p:spPr>
          <a:xfrm>
            <a:off x="22860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Shape 92"/>
          <p:cNvSpPr/>
          <p:nvPr/>
        </p:nvSpPr>
        <p:spPr>
          <a:xfrm>
            <a:off x="27432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Shape 93"/>
          <p:cNvSpPr/>
          <p:nvPr/>
        </p:nvSpPr>
        <p:spPr>
          <a:xfrm>
            <a:off x="32004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4"/>
          <p:cNvSpPr/>
          <p:nvPr/>
        </p:nvSpPr>
        <p:spPr>
          <a:xfrm>
            <a:off x="36576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Shape 95"/>
          <p:cNvSpPr/>
          <p:nvPr/>
        </p:nvSpPr>
        <p:spPr>
          <a:xfrm>
            <a:off x="41148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6"/>
          <p:cNvSpPr/>
          <p:nvPr/>
        </p:nvSpPr>
        <p:spPr>
          <a:xfrm>
            <a:off x="45720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Shape 97"/>
          <p:cNvSpPr/>
          <p:nvPr/>
        </p:nvSpPr>
        <p:spPr>
          <a:xfrm>
            <a:off x="50292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Shape 98"/>
          <p:cNvSpPr/>
          <p:nvPr/>
        </p:nvSpPr>
        <p:spPr>
          <a:xfrm>
            <a:off x="54864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Shape 99"/>
          <p:cNvSpPr/>
          <p:nvPr/>
        </p:nvSpPr>
        <p:spPr>
          <a:xfrm>
            <a:off x="59436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Shape 100"/>
          <p:cNvSpPr/>
          <p:nvPr/>
        </p:nvSpPr>
        <p:spPr>
          <a:xfrm>
            <a:off x="64008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Shape 101"/>
          <p:cNvSpPr/>
          <p:nvPr/>
        </p:nvSpPr>
        <p:spPr>
          <a:xfrm>
            <a:off x="68580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Shape 102"/>
          <p:cNvSpPr/>
          <p:nvPr/>
        </p:nvSpPr>
        <p:spPr>
          <a:xfrm>
            <a:off x="73152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Shape 103"/>
          <p:cNvSpPr/>
          <p:nvPr/>
        </p:nvSpPr>
        <p:spPr>
          <a:xfrm>
            <a:off x="77724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4"/>
          <p:cNvSpPr/>
          <p:nvPr/>
        </p:nvSpPr>
        <p:spPr>
          <a:xfrm>
            <a:off x="82296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" name="Shape 105"/>
          <p:cNvSpPr/>
          <p:nvPr/>
        </p:nvSpPr>
        <p:spPr>
          <a:xfrm>
            <a:off x="86868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8" name="Shape 106"/>
          <p:cNvSpPr/>
          <p:nvPr/>
        </p:nvSpPr>
        <p:spPr>
          <a:xfrm>
            <a:off x="91440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Shape 107"/>
          <p:cNvSpPr/>
          <p:nvPr/>
        </p:nvSpPr>
        <p:spPr>
          <a:xfrm>
            <a:off x="96012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0" name="Shape 108"/>
          <p:cNvSpPr/>
          <p:nvPr/>
        </p:nvSpPr>
        <p:spPr>
          <a:xfrm>
            <a:off x="100584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Shape 109"/>
          <p:cNvSpPr/>
          <p:nvPr/>
        </p:nvSpPr>
        <p:spPr>
          <a:xfrm>
            <a:off x="105156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10"/>
          <p:cNvSpPr/>
          <p:nvPr/>
        </p:nvSpPr>
        <p:spPr>
          <a:xfrm>
            <a:off x="109728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Shape 111"/>
          <p:cNvSpPr/>
          <p:nvPr/>
        </p:nvSpPr>
        <p:spPr>
          <a:xfrm>
            <a:off x="114300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2"/>
          <p:cNvSpPr/>
          <p:nvPr/>
        </p:nvSpPr>
        <p:spPr>
          <a:xfrm>
            <a:off x="118872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Shape 113"/>
          <p:cNvSpPr/>
          <p:nvPr/>
        </p:nvSpPr>
        <p:spPr>
          <a:xfrm>
            <a:off x="12344400" y="914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6" name="Shape 114"/>
          <p:cNvSpPr/>
          <p:nvPr/>
        </p:nvSpPr>
        <p:spPr>
          <a:xfrm>
            <a:off x="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Shape 115"/>
          <p:cNvSpPr/>
          <p:nvPr/>
        </p:nvSpPr>
        <p:spPr>
          <a:xfrm>
            <a:off x="4572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8" name="Shape 116"/>
          <p:cNvSpPr/>
          <p:nvPr/>
        </p:nvSpPr>
        <p:spPr>
          <a:xfrm>
            <a:off x="9144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Shape 117"/>
          <p:cNvSpPr/>
          <p:nvPr/>
        </p:nvSpPr>
        <p:spPr>
          <a:xfrm>
            <a:off x="13716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Shape 118"/>
          <p:cNvSpPr/>
          <p:nvPr/>
        </p:nvSpPr>
        <p:spPr>
          <a:xfrm>
            <a:off x="18288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1" name="Shape 119"/>
          <p:cNvSpPr/>
          <p:nvPr/>
        </p:nvSpPr>
        <p:spPr>
          <a:xfrm>
            <a:off x="22860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20"/>
          <p:cNvSpPr/>
          <p:nvPr/>
        </p:nvSpPr>
        <p:spPr>
          <a:xfrm>
            <a:off x="27432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3" name="Shape 121"/>
          <p:cNvSpPr/>
          <p:nvPr/>
        </p:nvSpPr>
        <p:spPr>
          <a:xfrm>
            <a:off x="32004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4" name="Shape 122"/>
          <p:cNvSpPr/>
          <p:nvPr/>
        </p:nvSpPr>
        <p:spPr>
          <a:xfrm>
            <a:off x="36576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Shape 123"/>
          <p:cNvSpPr/>
          <p:nvPr/>
        </p:nvSpPr>
        <p:spPr>
          <a:xfrm>
            <a:off x="41148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6" name="Shape 124"/>
          <p:cNvSpPr/>
          <p:nvPr/>
        </p:nvSpPr>
        <p:spPr>
          <a:xfrm>
            <a:off x="45720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Shape 125"/>
          <p:cNvSpPr/>
          <p:nvPr/>
        </p:nvSpPr>
        <p:spPr>
          <a:xfrm>
            <a:off x="50292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8" name="Shape 126"/>
          <p:cNvSpPr/>
          <p:nvPr/>
        </p:nvSpPr>
        <p:spPr>
          <a:xfrm>
            <a:off x="54864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9" name="Shape 127"/>
          <p:cNvSpPr/>
          <p:nvPr/>
        </p:nvSpPr>
        <p:spPr>
          <a:xfrm>
            <a:off x="59436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8"/>
          <p:cNvSpPr/>
          <p:nvPr/>
        </p:nvSpPr>
        <p:spPr>
          <a:xfrm>
            <a:off x="64008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1" name="Shape 129"/>
          <p:cNvSpPr/>
          <p:nvPr/>
        </p:nvSpPr>
        <p:spPr>
          <a:xfrm>
            <a:off x="68580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2" name="Shape 130"/>
          <p:cNvSpPr/>
          <p:nvPr/>
        </p:nvSpPr>
        <p:spPr>
          <a:xfrm>
            <a:off x="73152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3" name="Shape 131"/>
          <p:cNvSpPr/>
          <p:nvPr/>
        </p:nvSpPr>
        <p:spPr>
          <a:xfrm>
            <a:off x="77724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4" name="Shape 132"/>
          <p:cNvSpPr/>
          <p:nvPr/>
        </p:nvSpPr>
        <p:spPr>
          <a:xfrm>
            <a:off x="82296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Shape 133"/>
          <p:cNvSpPr/>
          <p:nvPr/>
        </p:nvSpPr>
        <p:spPr>
          <a:xfrm>
            <a:off x="86868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6" name="Shape 134"/>
          <p:cNvSpPr/>
          <p:nvPr/>
        </p:nvSpPr>
        <p:spPr>
          <a:xfrm>
            <a:off x="91440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7" name="Shape 135"/>
          <p:cNvSpPr/>
          <p:nvPr/>
        </p:nvSpPr>
        <p:spPr>
          <a:xfrm>
            <a:off x="96012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8" name="Shape 136"/>
          <p:cNvSpPr/>
          <p:nvPr/>
        </p:nvSpPr>
        <p:spPr>
          <a:xfrm>
            <a:off x="100584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9" name="Shape 137"/>
          <p:cNvSpPr/>
          <p:nvPr/>
        </p:nvSpPr>
        <p:spPr>
          <a:xfrm>
            <a:off x="105156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0" name="Shape 138"/>
          <p:cNvSpPr/>
          <p:nvPr/>
        </p:nvSpPr>
        <p:spPr>
          <a:xfrm>
            <a:off x="109728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1" name="Shape 139"/>
          <p:cNvSpPr/>
          <p:nvPr/>
        </p:nvSpPr>
        <p:spPr>
          <a:xfrm>
            <a:off x="114300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2" name="Shape 140"/>
          <p:cNvSpPr/>
          <p:nvPr/>
        </p:nvSpPr>
        <p:spPr>
          <a:xfrm>
            <a:off x="118872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3" name="Shape 141"/>
          <p:cNvSpPr/>
          <p:nvPr/>
        </p:nvSpPr>
        <p:spPr>
          <a:xfrm>
            <a:off x="12344400" y="1371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4" name="Shape 142"/>
          <p:cNvSpPr/>
          <p:nvPr/>
        </p:nvSpPr>
        <p:spPr>
          <a:xfrm>
            <a:off x="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5" name="Shape 143"/>
          <p:cNvSpPr/>
          <p:nvPr/>
        </p:nvSpPr>
        <p:spPr>
          <a:xfrm>
            <a:off x="4572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6" name="Shape 144"/>
          <p:cNvSpPr/>
          <p:nvPr/>
        </p:nvSpPr>
        <p:spPr>
          <a:xfrm>
            <a:off x="9144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7" name="Shape 145"/>
          <p:cNvSpPr/>
          <p:nvPr/>
        </p:nvSpPr>
        <p:spPr>
          <a:xfrm>
            <a:off x="13716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8" name="Shape 146"/>
          <p:cNvSpPr/>
          <p:nvPr/>
        </p:nvSpPr>
        <p:spPr>
          <a:xfrm>
            <a:off x="18288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9" name="Shape 147"/>
          <p:cNvSpPr/>
          <p:nvPr/>
        </p:nvSpPr>
        <p:spPr>
          <a:xfrm>
            <a:off x="22860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0" name="Shape 148"/>
          <p:cNvSpPr/>
          <p:nvPr/>
        </p:nvSpPr>
        <p:spPr>
          <a:xfrm>
            <a:off x="27432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1" name="Shape 149"/>
          <p:cNvSpPr/>
          <p:nvPr/>
        </p:nvSpPr>
        <p:spPr>
          <a:xfrm>
            <a:off x="32004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2" name="Shape 150"/>
          <p:cNvSpPr/>
          <p:nvPr/>
        </p:nvSpPr>
        <p:spPr>
          <a:xfrm>
            <a:off x="36576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3" name="Shape 151"/>
          <p:cNvSpPr/>
          <p:nvPr/>
        </p:nvSpPr>
        <p:spPr>
          <a:xfrm>
            <a:off x="41148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4" name="Shape 152"/>
          <p:cNvSpPr/>
          <p:nvPr/>
        </p:nvSpPr>
        <p:spPr>
          <a:xfrm>
            <a:off x="45720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5" name="Shape 153"/>
          <p:cNvSpPr/>
          <p:nvPr/>
        </p:nvSpPr>
        <p:spPr>
          <a:xfrm>
            <a:off x="50292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6" name="Shape 154"/>
          <p:cNvSpPr/>
          <p:nvPr/>
        </p:nvSpPr>
        <p:spPr>
          <a:xfrm>
            <a:off x="54864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7" name="Shape 155"/>
          <p:cNvSpPr/>
          <p:nvPr/>
        </p:nvSpPr>
        <p:spPr>
          <a:xfrm>
            <a:off x="59436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8" name="Shape 156"/>
          <p:cNvSpPr/>
          <p:nvPr/>
        </p:nvSpPr>
        <p:spPr>
          <a:xfrm>
            <a:off x="64008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9" name="Shape 157"/>
          <p:cNvSpPr/>
          <p:nvPr/>
        </p:nvSpPr>
        <p:spPr>
          <a:xfrm>
            <a:off x="68580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0" name="Shape 158"/>
          <p:cNvSpPr/>
          <p:nvPr/>
        </p:nvSpPr>
        <p:spPr>
          <a:xfrm>
            <a:off x="73152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1" name="Shape 159"/>
          <p:cNvSpPr/>
          <p:nvPr/>
        </p:nvSpPr>
        <p:spPr>
          <a:xfrm>
            <a:off x="77724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2" name="Shape 160"/>
          <p:cNvSpPr/>
          <p:nvPr/>
        </p:nvSpPr>
        <p:spPr>
          <a:xfrm>
            <a:off x="82296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3" name="Shape 161"/>
          <p:cNvSpPr/>
          <p:nvPr/>
        </p:nvSpPr>
        <p:spPr>
          <a:xfrm>
            <a:off x="86868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4" name="Shape 162"/>
          <p:cNvSpPr/>
          <p:nvPr/>
        </p:nvSpPr>
        <p:spPr>
          <a:xfrm>
            <a:off x="91440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5" name="Shape 163"/>
          <p:cNvSpPr/>
          <p:nvPr/>
        </p:nvSpPr>
        <p:spPr>
          <a:xfrm>
            <a:off x="96012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6" name="Shape 164"/>
          <p:cNvSpPr/>
          <p:nvPr/>
        </p:nvSpPr>
        <p:spPr>
          <a:xfrm>
            <a:off x="100584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7" name="Shape 165"/>
          <p:cNvSpPr/>
          <p:nvPr/>
        </p:nvSpPr>
        <p:spPr>
          <a:xfrm>
            <a:off x="105156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8" name="Shape 166"/>
          <p:cNvSpPr/>
          <p:nvPr/>
        </p:nvSpPr>
        <p:spPr>
          <a:xfrm>
            <a:off x="109728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9" name="Shape 167"/>
          <p:cNvSpPr/>
          <p:nvPr/>
        </p:nvSpPr>
        <p:spPr>
          <a:xfrm>
            <a:off x="114300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0" name="Shape 168"/>
          <p:cNvSpPr/>
          <p:nvPr/>
        </p:nvSpPr>
        <p:spPr>
          <a:xfrm>
            <a:off x="118872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1" name="Shape 169"/>
          <p:cNvSpPr/>
          <p:nvPr/>
        </p:nvSpPr>
        <p:spPr>
          <a:xfrm>
            <a:off x="12344400" y="1828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2" name="Shape 170"/>
          <p:cNvSpPr/>
          <p:nvPr/>
        </p:nvSpPr>
        <p:spPr>
          <a:xfrm>
            <a:off x="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3" name="Shape 171"/>
          <p:cNvSpPr/>
          <p:nvPr/>
        </p:nvSpPr>
        <p:spPr>
          <a:xfrm>
            <a:off x="4572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4" name="Shape 172"/>
          <p:cNvSpPr/>
          <p:nvPr/>
        </p:nvSpPr>
        <p:spPr>
          <a:xfrm>
            <a:off x="9144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5" name="Shape 173"/>
          <p:cNvSpPr/>
          <p:nvPr/>
        </p:nvSpPr>
        <p:spPr>
          <a:xfrm>
            <a:off x="13716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6" name="Shape 174"/>
          <p:cNvSpPr/>
          <p:nvPr/>
        </p:nvSpPr>
        <p:spPr>
          <a:xfrm>
            <a:off x="18288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7" name="Shape 175"/>
          <p:cNvSpPr/>
          <p:nvPr/>
        </p:nvSpPr>
        <p:spPr>
          <a:xfrm>
            <a:off x="22860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8" name="Shape 176"/>
          <p:cNvSpPr/>
          <p:nvPr/>
        </p:nvSpPr>
        <p:spPr>
          <a:xfrm>
            <a:off x="27432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9" name="Shape 177"/>
          <p:cNvSpPr/>
          <p:nvPr/>
        </p:nvSpPr>
        <p:spPr>
          <a:xfrm>
            <a:off x="32004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0" name="Shape 178"/>
          <p:cNvSpPr/>
          <p:nvPr/>
        </p:nvSpPr>
        <p:spPr>
          <a:xfrm>
            <a:off x="36576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1" name="Shape 179"/>
          <p:cNvSpPr/>
          <p:nvPr/>
        </p:nvSpPr>
        <p:spPr>
          <a:xfrm>
            <a:off x="41148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2" name="Shape 180"/>
          <p:cNvSpPr/>
          <p:nvPr/>
        </p:nvSpPr>
        <p:spPr>
          <a:xfrm>
            <a:off x="45720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3" name="Shape 181"/>
          <p:cNvSpPr/>
          <p:nvPr/>
        </p:nvSpPr>
        <p:spPr>
          <a:xfrm>
            <a:off x="50292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4" name="Shape 182"/>
          <p:cNvSpPr/>
          <p:nvPr/>
        </p:nvSpPr>
        <p:spPr>
          <a:xfrm>
            <a:off x="54864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5" name="Shape 183"/>
          <p:cNvSpPr/>
          <p:nvPr/>
        </p:nvSpPr>
        <p:spPr>
          <a:xfrm>
            <a:off x="59436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6" name="Shape 184"/>
          <p:cNvSpPr/>
          <p:nvPr/>
        </p:nvSpPr>
        <p:spPr>
          <a:xfrm>
            <a:off x="64008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7" name="Shape 185"/>
          <p:cNvSpPr/>
          <p:nvPr/>
        </p:nvSpPr>
        <p:spPr>
          <a:xfrm>
            <a:off x="68580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8" name="Shape 186"/>
          <p:cNvSpPr/>
          <p:nvPr/>
        </p:nvSpPr>
        <p:spPr>
          <a:xfrm>
            <a:off x="73152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9" name="Shape 187"/>
          <p:cNvSpPr/>
          <p:nvPr/>
        </p:nvSpPr>
        <p:spPr>
          <a:xfrm>
            <a:off x="77724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0" name="Shape 188"/>
          <p:cNvSpPr/>
          <p:nvPr/>
        </p:nvSpPr>
        <p:spPr>
          <a:xfrm>
            <a:off x="82296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1" name="Shape 189"/>
          <p:cNvSpPr/>
          <p:nvPr/>
        </p:nvSpPr>
        <p:spPr>
          <a:xfrm>
            <a:off x="86868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2" name="Shape 190"/>
          <p:cNvSpPr/>
          <p:nvPr/>
        </p:nvSpPr>
        <p:spPr>
          <a:xfrm>
            <a:off x="91440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3" name="Shape 191"/>
          <p:cNvSpPr/>
          <p:nvPr/>
        </p:nvSpPr>
        <p:spPr>
          <a:xfrm>
            <a:off x="96012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4" name="Shape 192"/>
          <p:cNvSpPr/>
          <p:nvPr/>
        </p:nvSpPr>
        <p:spPr>
          <a:xfrm>
            <a:off x="100584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5" name="Shape 193"/>
          <p:cNvSpPr/>
          <p:nvPr/>
        </p:nvSpPr>
        <p:spPr>
          <a:xfrm>
            <a:off x="105156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6" name="Shape 194"/>
          <p:cNvSpPr/>
          <p:nvPr/>
        </p:nvSpPr>
        <p:spPr>
          <a:xfrm>
            <a:off x="109728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7" name="Shape 195"/>
          <p:cNvSpPr/>
          <p:nvPr/>
        </p:nvSpPr>
        <p:spPr>
          <a:xfrm>
            <a:off x="114300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8" name="Shape 196"/>
          <p:cNvSpPr/>
          <p:nvPr/>
        </p:nvSpPr>
        <p:spPr>
          <a:xfrm>
            <a:off x="118872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9" name="Shape 197"/>
          <p:cNvSpPr/>
          <p:nvPr/>
        </p:nvSpPr>
        <p:spPr>
          <a:xfrm>
            <a:off x="12344400" y="2286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0" name="Shape 198"/>
          <p:cNvSpPr/>
          <p:nvPr/>
        </p:nvSpPr>
        <p:spPr>
          <a:xfrm>
            <a:off x="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1" name="Shape 199"/>
          <p:cNvSpPr/>
          <p:nvPr/>
        </p:nvSpPr>
        <p:spPr>
          <a:xfrm>
            <a:off x="4572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2" name="Shape 200"/>
          <p:cNvSpPr/>
          <p:nvPr/>
        </p:nvSpPr>
        <p:spPr>
          <a:xfrm>
            <a:off x="9144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3" name="Shape 201"/>
          <p:cNvSpPr/>
          <p:nvPr/>
        </p:nvSpPr>
        <p:spPr>
          <a:xfrm>
            <a:off x="13716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4" name="Shape 202"/>
          <p:cNvSpPr/>
          <p:nvPr/>
        </p:nvSpPr>
        <p:spPr>
          <a:xfrm>
            <a:off x="18288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5" name="Shape 203"/>
          <p:cNvSpPr/>
          <p:nvPr/>
        </p:nvSpPr>
        <p:spPr>
          <a:xfrm>
            <a:off x="22860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6" name="Shape 204"/>
          <p:cNvSpPr/>
          <p:nvPr/>
        </p:nvSpPr>
        <p:spPr>
          <a:xfrm>
            <a:off x="27432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7" name="Shape 205"/>
          <p:cNvSpPr/>
          <p:nvPr/>
        </p:nvSpPr>
        <p:spPr>
          <a:xfrm>
            <a:off x="32004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8" name="Shape 206"/>
          <p:cNvSpPr/>
          <p:nvPr/>
        </p:nvSpPr>
        <p:spPr>
          <a:xfrm>
            <a:off x="36576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9" name="Shape 207"/>
          <p:cNvSpPr/>
          <p:nvPr/>
        </p:nvSpPr>
        <p:spPr>
          <a:xfrm>
            <a:off x="41148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0" name="Shape 208"/>
          <p:cNvSpPr/>
          <p:nvPr/>
        </p:nvSpPr>
        <p:spPr>
          <a:xfrm>
            <a:off x="45720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1" name="Shape 209"/>
          <p:cNvSpPr/>
          <p:nvPr/>
        </p:nvSpPr>
        <p:spPr>
          <a:xfrm>
            <a:off x="50292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2" name="Shape 210"/>
          <p:cNvSpPr/>
          <p:nvPr/>
        </p:nvSpPr>
        <p:spPr>
          <a:xfrm>
            <a:off x="54864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3" name="Shape 211"/>
          <p:cNvSpPr/>
          <p:nvPr/>
        </p:nvSpPr>
        <p:spPr>
          <a:xfrm>
            <a:off x="59436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4" name="Shape 212"/>
          <p:cNvSpPr/>
          <p:nvPr/>
        </p:nvSpPr>
        <p:spPr>
          <a:xfrm>
            <a:off x="64008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5" name="Shape 213"/>
          <p:cNvSpPr/>
          <p:nvPr/>
        </p:nvSpPr>
        <p:spPr>
          <a:xfrm>
            <a:off x="68580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6" name="Shape 214"/>
          <p:cNvSpPr/>
          <p:nvPr/>
        </p:nvSpPr>
        <p:spPr>
          <a:xfrm>
            <a:off x="73152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7" name="Shape 215"/>
          <p:cNvSpPr/>
          <p:nvPr/>
        </p:nvSpPr>
        <p:spPr>
          <a:xfrm>
            <a:off x="77724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8" name="Shape 216"/>
          <p:cNvSpPr/>
          <p:nvPr/>
        </p:nvSpPr>
        <p:spPr>
          <a:xfrm>
            <a:off x="82296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9" name="Shape 217"/>
          <p:cNvSpPr/>
          <p:nvPr/>
        </p:nvSpPr>
        <p:spPr>
          <a:xfrm>
            <a:off x="86868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0" name="Shape 218"/>
          <p:cNvSpPr/>
          <p:nvPr/>
        </p:nvSpPr>
        <p:spPr>
          <a:xfrm>
            <a:off x="91440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1" name="Shape 219"/>
          <p:cNvSpPr/>
          <p:nvPr/>
        </p:nvSpPr>
        <p:spPr>
          <a:xfrm>
            <a:off x="96012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2" name="Shape 220"/>
          <p:cNvSpPr/>
          <p:nvPr/>
        </p:nvSpPr>
        <p:spPr>
          <a:xfrm>
            <a:off x="100584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3" name="Shape 221"/>
          <p:cNvSpPr/>
          <p:nvPr/>
        </p:nvSpPr>
        <p:spPr>
          <a:xfrm>
            <a:off x="105156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4" name="Shape 222"/>
          <p:cNvSpPr/>
          <p:nvPr/>
        </p:nvSpPr>
        <p:spPr>
          <a:xfrm>
            <a:off x="109728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5" name="Shape 223"/>
          <p:cNvSpPr/>
          <p:nvPr/>
        </p:nvSpPr>
        <p:spPr>
          <a:xfrm>
            <a:off x="114300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6" name="Shape 224"/>
          <p:cNvSpPr/>
          <p:nvPr/>
        </p:nvSpPr>
        <p:spPr>
          <a:xfrm>
            <a:off x="118872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7" name="Shape 225"/>
          <p:cNvSpPr/>
          <p:nvPr/>
        </p:nvSpPr>
        <p:spPr>
          <a:xfrm>
            <a:off x="12344400" y="2743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8" name="Shape 226"/>
          <p:cNvSpPr/>
          <p:nvPr/>
        </p:nvSpPr>
        <p:spPr>
          <a:xfrm>
            <a:off x="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9" name="Shape 227"/>
          <p:cNvSpPr/>
          <p:nvPr/>
        </p:nvSpPr>
        <p:spPr>
          <a:xfrm>
            <a:off x="4572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0" name="Shape 228"/>
          <p:cNvSpPr/>
          <p:nvPr/>
        </p:nvSpPr>
        <p:spPr>
          <a:xfrm>
            <a:off x="9144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1" name="Shape 229"/>
          <p:cNvSpPr/>
          <p:nvPr/>
        </p:nvSpPr>
        <p:spPr>
          <a:xfrm>
            <a:off x="13716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2" name="Shape 230"/>
          <p:cNvSpPr/>
          <p:nvPr/>
        </p:nvSpPr>
        <p:spPr>
          <a:xfrm>
            <a:off x="18288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3" name="Shape 231"/>
          <p:cNvSpPr/>
          <p:nvPr/>
        </p:nvSpPr>
        <p:spPr>
          <a:xfrm>
            <a:off x="22860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4" name="Shape 232"/>
          <p:cNvSpPr/>
          <p:nvPr/>
        </p:nvSpPr>
        <p:spPr>
          <a:xfrm>
            <a:off x="27432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5" name="Shape 233"/>
          <p:cNvSpPr/>
          <p:nvPr/>
        </p:nvSpPr>
        <p:spPr>
          <a:xfrm>
            <a:off x="32004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6" name="Shape 234"/>
          <p:cNvSpPr/>
          <p:nvPr/>
        </p:nvSpPr>
        <p:spPr>
          <a:xfrm>
            <a:off x="36576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7" name="Shape 235"/>
          <p:cNvSpPr/>
          <p:nvPr/>
        </p:nvSpPr>
        <p:spPr>
          <a:xfrm>
            <a:off x="41148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8" name="Shape 236"/>
          <p:cNvSpPr/>
          <p:nvPr/>
        </p:nvSpPr>
        <p:spPr>
          <a:xfrm>
            <a:off x="45720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9" name="Shape 237"/>
          <p:cNvSpPr/>
          <p:nvPr/>
        </p:nvSpPr>
        <p:spPr>
          <a:xfrm>
            <a:off x="50292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0" name="Shape 238"/>
          <p:cNvSpPr/>
          <p:nvPr/>
        </p:nvSpPr>
        <p:spPr>
          <a:xfrm>
            <a:off x="54864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1" name="Shape 239"/>
          <p:cNvSpPr/>
          <p:nvPr/>
        </p:nvSpPr>
        <p:spPr>
          <a:xfrm>
            <a:off x="59436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2" name="Shape 240"/>
          <p:cNvSpPr/>
          <p:nvPr/>
        </p:nvSpPr>
        <p:spPr>
          <a:xfrm>
            <a:off x="64008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3" name="Shape 241"/>
          <p:cNvSpPr/>
          <p:nvPr/>
        </p:nvSpPr>
        <p:spPr>
          <a:xfrm>
            <a:off x="68580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4" name="Shape 242"/>
          <p:cNvSpPr/>
          <p:nvPr/>
        </p:nvSpPr>
        <p:spPr>
          <a:xfrm>
            <a:off x="73152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5" name="Shape 243"/>
          <p:cNvSpPr/>
          <p:nvPr/>
        </p:nvSpPr>
        <p:spPr>
          <a:xfrm>
            <a:off x="77724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6" name="Shape 244"/>
          <p:cNvSpPr/>
          <p:nvPr/>
        </p:nvSpPr>
        <p:spPr>
          <a:xfrm>
            <a:off x="82296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7" name="Shape 245"/>
          <p:cNvSpPr/>
          <p:nvPr/>
        </p:nvSpPr>
        <p:spPr>
          <a:xfrm>
            <a:off x="86868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8" name="Shape 246"/>
          <p:cNvSpPr/>
          <p:nvPr/>
        </p:nvSpPr>
        <p:spPr>
          <a:xfrm>
            <a:off x="91440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9" name="Shape 247"/>
          <p:cNvSpPr/>
          <p:nvPr/>
        </p:nvSpPr>
        <p:spPr>
          <a:xfrm>
            <a:off x="96012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0" name="Shape 248"/>
          <p:cNvSpPr/>
          <p:nvPr/>
        </p:nvSpPr>
        <p:spPr>
          <a:xfrm>
            <a:off x="100584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1" name="Shape 249"/>
          <p:cNvSpPr/>
          <p:nvPr/>
        </p:nvSpPr>
        <p:spPr>
          <a:xfrm>
            <a:off x="105156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2" name="Shape 250"/>
          <p:cNvSpPr/>
          <p:nvPr/>
        </p:nvSpPr>
        <p:spPr>
          <a:xfrm>
            <a:off x="109728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3" name="Shape 251"/>
          <p:cNvSpPr/>
          <p:nvPr/>
        </p:nvSpPr>
        <p:spPr>
          <a:xfrm>
            <a:off x="114300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4" name="Shape 252"/>
          <p:cNvSpPr/>
          <p:nvPr/>
        </p:nvSpPr>
        <p:spPr>
          <a:xfrm>
            <a:off x="118872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5" name="Shape 253"/>
          <p:cNvSpPr/>
          <p:nvPr/>
        </p:nvSpPr>
        <p:spPr>
          <a:xfrm>
            <a:off x="12344400" y="3200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6" name="Shape 254"/>
          <p:cNvSpPr/>
          <p:nvPr/>
        </p:nvSpPr>
        <p:spPr>
          <a:xfrm>
            <a:off x="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7" name="Shape 255"/>
          <p:cNvSpPr/>
          <p:nvPr/>
        </p:nvSpPr>
        <p:spPr>
          <a:xfrm>
            <a:off x="4572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8" name="Shape 256"/>
          <p:cNvSpPr/>
          <p:nvPr/>
        </p:nvSpPr>
        <p:spPr>
          <a:xfrm>
            <a:off x="9144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9" name="Shape 257"/>
          <p:cNvSpPr/>
          <p:nvPr/>
        </p:nvSpPr>
        <p:spPr>
          <a:xfrm>
            <a:off x="13716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0" name="Shape 258"/>
          <p:cNvSpPr/>
          <p:nvPr/>
        </p:nvSpPr>
        <p:spPr>
          <a:xfrm>
            <a:off x="18288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1" name="Shape 259"/>
          <p:cNvSpPr/>
          <p:nvPr/>
        </p:nvSpPr>
        <p:spPr>
          <a:xfrm>
            <a:off x="22860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2" name="Shape 260"/>
          <p:cNvSpPr/>
          <p:nvPr/>
        </p:nvSpPr>
        <p:spPr>
          <a:xfrm>
            <a:off x="27432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3" name="Shape 261"/>
          <p:cNvSpPr/>
          <p:nvPr/>
        </p:nvSpPr>
        <p:spPr>
          <a:xfrm>
            <a:off x="32004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4" name="Shape 262"/>
          <p:cNvSpPr/>
          <p:nvPr/>
        </p:nvSpPr>
        <p:spPr>
          <a:xfrm>
            <a:off x="36576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5" name="Shape 263"/>
          <p:cNvSpPr/>
          <p:nvPr/>
        </p:nvSpPr>
        <p:spPr>
          <a:xfrm>
            <a:off x="41148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6" name="Shape 264"/>
          <p:cNvSpPr/>
          <p:nvPr/>
        </p:nvSpPr>
        <p:spPr>
          <a:xfrm>
            <a:off x="45720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7" name="Shape 265"/>
          <p:cNvSpPr/>
          <p:nvPr/>
        </p:nvSpPr>
        <p:spPr>
          <a:xfrm>
            <a:off x="50292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8" name="Shape 266"/>
          <p:cNvSpPr/>
          <p:nvPr/>
        </p:nvSpPr>
        <p:spPr>
          <a:xfrm>
            <a:off x="54864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9" name="Shape 267"/>
          <p:cNvSpPr/>
          <p:nvPr/>
        </p:nvSpPr>
        <p:spPr>
          <a:xfrm>
            <a:off x="59436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0" name="Shape 268"/>
          <p:cNvSpPr/>
          <p:nvPr/>
        </p:nvSpPr>
        <p:spPr>
          <a:xfrm>
            <a:off x="64008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1" name="Shape 269"/>
          <p:cNvSpPr/>
          <p:nvPr/>
        </p:nvSpPr>
        <p:spPr>
          <a:xfrm>
            <a:off x="68580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2" name="Shape 270"/>
          <p:cNvSpPr/>
          <p:nvPr/>
        </p:nvSpPr>
        <p:spPr>
          <a:xfrm>
            <a:off x="73152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3" name="Shape 271"/>
          <p:cNvSpPr/>
          <p:nvPr/>
        </p:nvSpPr>
        <p:spPr>
          <a:xfrm>
            <a:off x="77724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4" name="Shape 272"/>
          <p:cNvSpPr/>
          <p:nvPr/>
        </p:nvSpPr>
        <p:spPr>
          <a:xfrm>
            <a:off x="82296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5" name="Shape 273"/>
          <p:cNvSpPr/>
          <p:nvPr/>
        </p:nvSpPr>
        <p:spPr>
          <a:xfrm>
            <a:off x="86868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6" name="Shape 274"/>
          <p:cNvSpPr/>
          <p:nvPr/>
        </p:nvSpPr>
        <p:spPr>
          <a:xfrm>
            <a:off x="91440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7" name="Shape 275"/>
          <p:cNvSpPr/>
          <p:nvPr/>
        </p:nvSpPr>
        <p:spPr>
          <a:xfrm>
            <a:off x="96012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8" name="Shape 276"/>
          <p:cNvSpPr/>
          <p:nvPr/>
        </p:nvSpPr>
        <p:spPr>
          <a:xfrm>
            <a:off x="100584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9" name="Shape 277"/>
          <p:cNvSpPr/>
          <p:nvPr/>
        </p:nvSpPr>
        <p:spPr>
          <a:xfrm>
            <a:off x="105156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0" name="Shape 278"/>
          <p:cNvSpPr/>
          <p:nvPr/>
        </p:nvSpPr>
        <p:spPr>
          <a:xfrm>
            <a:off x="109728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1" name="Shape 279"/>
          <p:cNvSpPr/>
          <p:nvPr/>
        </p:nvSpPr>
        <p:spPr>
          <a:xfrm>
            <a:off x="114300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2" name="Shape 280"/>
          <p:cNvSpPr/>
          <p:nvPr/>
        </p:nvSpPr>
        <p:spPr>
          <a:xfrm>
            <a:off x="118872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3" name="Shape 281"/>
          <p:cNvSpPr/>
          <p:nvPr/>
        </p:nvSpPr>
        <p:spPr>
          <a:xfrm>
            <a:off x="12344400" y="3657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4" name="Shape 282"/>
          <p:cNvSpPr/>
          <p:nvPr/>
        </p:nvSpPr>
        <p:spPr>
          <a:xfrm>
            <a:off x="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5" name="Shape 283"/>
          <p:cNvSpPr/>
          <p:nvPr/>
        </p:nvSpPr>
        <p:spPr>
          <a:xfrm>
            <a:off x="4572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6" name="Shape 284"/>
          <p:cNvSpPr/>
          <p:nvPr/>
        </p:nvSpPr>
        <p:spPr>
          <a:xfrm>
            <a:off x="9144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7" name="Shape 285"/>
          <p:cNvSpPr/>
          <p:nvPr/>
        </p:nvSpPr>
        <p:spPr>
          <a:xfrm>
            <a:off x="13716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8" name="Shape 286"/>
          <p:cNvSpPr/>
          <p:nvPr/>
        </p:nvSpPr>
        <p:spPr>
          <a:xfrm>
            <a:off x="18288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9" name="Shape 287"/>
          <p:cNvSpPr/>
          <p:nvPr/>
        </p:nvSpPr>
        <p:spPr>
          <a:xfrm>
            <a:off x="22860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0" name="Shape 288"/>
          <p:cNvSpPr/>
          <p:nvPr/>
        </p:nvSpPr>
        <p:spPr>
          <a:xfrm>
            <a:off x="27432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1" name="Shape 289"/>
          <p:cNvSpPr/>
          <p:nvPr/>
        </p:nvSpPr>
        <p:spPr>
          <a:xfrm>
            <a:off x="32004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2" name="Shape 290"/>
          <p:cNvSpPr/>
          <p:nvPr/>
        </p:nvSpPr>
        <p:spPr>
          <a:xfrm>
            <a:off x="36576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3" name="Shape 291"/>
          <p:cNvSpPr/>
          <p:nvPr/>
        </p:nvSpPr>
        <p:spPr>
          <a:xfrm>
            <a:off x="41148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4" name="Shape 292"/>
          <p:cNvSpPr/>
          <p:nvPr/>
        </p:nvSpPr>
        <p:spPr>
          <a:xfrm>
            <a:off x="45720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5" name="Shape 293"/>
          <p:cNvSpPr/>
          <p:nvPr/>
        </p:nvSpPr>
        <p:spPr>
          <a:xfrm>
            <a:off x="50292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6" name="Shape 294"/>
          <p:cNvSpPr/>
          <p:nvPr/>
        </p:nvSpPr>
        <p:spPr>
          <a:xfrm>
            <a:off x="54864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7" name="Shape 295"/>
          <p:cNvSpPr/>
          <p:nvPr/>
        </p:nvSpPr>
        <p:spPr>
          <a:xfrm>
            <a:off x="59436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8" name="Shape 296"/>
          <p:cNvSpPr/>
          <p:nvPr/>
        </p:nvSpPr>
        <p:spPr>
          <a:xfrm>
            <a:off x="64008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9" name="Shape 297"/>
          <p:cNvSpPr/>
          <p:nvPr/>
        </p:nvSpPr>
        <p:spPr>
          <a:xfrm>
            <a:off x="68580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0" name="Shape 298"/>
          <p:cNvSpPr/>
          <p:nvPr/>
        </p:nvSpPr>
        <p:spPr>
          <a:xfrm>
            <a:off x="73152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1" name="Shape 299"/>
          <p:cNvSpPr/>
          <p:nvPr/>
        </p:nvSpPr>
        <p:spPr>
          <a:xfrm>
            <a:off x="77724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2" name="Shape 300"/>
          <p:cNvSpPr/>
          <p:nvPr/>
        </p:nvSpPr>
        <p:spPr>
          <a:xfrm>
            <a:off x="82296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3" name="Shape 301"/>
          <p:cNvSpPr/>
          <p:nvPr/>
        </p:nvSpPr>
        <p:spPr>
          <a:xfrm>
            <a:off x="86868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4" name="Shape 302"/>
          <p:cNvSpPr/>
          <p:nvPr/>
        </p:nvSpPr>
        <p:spPr>
          <a:xfrm>
            <a:off x="91440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5" name="Shape 303"/>
          <p:cNvSpPr/>
          <p:nvPr/>
        </p:nvSpPr>
        <p:spPr>
          <a:xfrm>
            <a:off x="96012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6" name="Shape 304"/>
          <p:cNvSpPr/>
          <p:nvPr/>
        </p:nvSpPr>
        <p:spPr>
          <a:xfrm>
            <a:off x="100584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7" name="Shape 305"/>
          <p:cNvSpPr/>
          <p:nvPr/>
        </p:nvSpPr>
        <p:spPr>
          <a:xfrm>
            <a:off x="105156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8" name="Shape 306"/>
          <p:cNvSpPr/>
          <p:nvPr/>
        </p:nvSpPr>
        <p:spPr>
          <a:xfrm>
            <a:off x="109728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9" name="Shape 307"/>
          <p:cNvSpPr/>
          <p:nvPr/>
        </p:nvSpPr>
        <p:spPr>
          <a:xfrm>
            <a:off x="114300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0" name="Shape 308"/>
          <p:cNvSpPr/>
          <p:nvPr/>
        </p:nvSpPr>
        <p:spPr>
          <a:xfrm>
            <a:off x="118872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1" name="Shape 309"/>
          <p:cNvSpPr/>
          <p:nvPr/>
        </p:nvSpPr>
        <p:spPr>
          <a:xfrm>
            <a:off x="12344400" y="4114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2" name="Shape 310"/>
          <p:cNvSpPr/>
          <p:nvPr/>
        </p:nvSpPr>
        <p:spPr>
          <a:xfrm>
            <a:off x="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3" name="Shape 311"/>
          <p:cNvSpPr/>
          <p:nvPr/>
        </p:nvSpPr>
        <p:spPr>
          <a:xfrm>
            <a:off x="4572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4" name="Shape 312"/>
          <p:cNvSpPr/>
          <p:nvPr/>
        </p:nvSpPr>
        <p:spPr>
          <a:xfrm>
            <a:off x="9144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5" name="Shape 313"/>
          <p:cNvSpPr/>
          <p:nvPr/>
        </p:nvSpPr>
        <p:spPr>
          <a:xfrm>
            <a:off x="13716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6" name="Shape 314"/>
          <p:cNvSpPr/>
          <p:nvPr/>
        </p:nvSpPr>
        <p:spPr>
          <a:xfrm>
            <a:off x="18288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7" name="Shape 315"/>
          <p:cNvSpPr/>
          <p:nvPr/>
        </p:nvSpPr>
        <p:spPr>
          <a:xfrm>
            <a:off x="22860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8" name="Shape 316"/>
          <p:cNvSpPr/>
          <p:nvPr/>
        </p:nvSpPr>
        <p:spPr>
          <a:xfrm>
            <a:off x="27432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9" name="Shape 317"/>
          <p:cNvSpPr/>
          <p:nvPr/>
        </p:nvSpPr>
        <p:spPr>
          <a:xfrm>
            <a:off x="32004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0" name="Shape 318"/>
          <p:cNvSpPr/>
          <p:nvPr/>
        </p:nvSpPr>
        <p:spPr>
          <a:xfrm>
            <a:off x="36576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1" name="Shape 319"/>
          <p:cNvSpPr/>
          <p:nvPr/>
        </p:nvSpPr>
        <p:spPr>
          <a:xfrm>
            <a:off x="41148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2" name="Shape 320"/>
          <p:cNvSpPr/>
          <p:nvPr/>
        </p:nvSpPr>
        <p:spPr>
          <a:xfrm>
            <a:off x="45720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3" name="Shape 321"/>
          <p:cNvSpPr/>
          <p:nvPr/>
        </p:nvSpPr>
        <p:spPr>
          <a:xfrm>
            <a:off x="50292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4" name="Shape 322"/>
          <p:cNvSpPr/>
          <p:nvPr/>
        </p:nvSpPr>
        <p:spPr>
          <a:xfrm>
            <a:off x="54864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5" name="Shape 323"/>
          <p:cNvSpPr/>
          <p:nvPr/>
        </p:nvSpPr>
        <p:spPr>
          <a:xfrm>
            <a:off x="59436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6" name="Shape 324"/>
          <p:cNvSpPr/>
          <p:nvPr/>
        </p:nvSpPr>
        <p:spPr>
          <a:xfrm>
            <a:off x="64008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7" name="Shape 325"/>
          <p:cNvSpPr/>
          <p:nvPr/>
        </p:nvSpPr>
        <p:spPr>
          <a:xfrm>
            <a:off x="68580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8" name="Shape 326"/>
          <p:cNvSpPr/>
          <p:nvPr/>
        </p:nvSpPr>
        <p:spPr>
          <a:xfrm>
            <a:off x="73152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9" name="Shape 327"/>
          <p:cNvSpPr/>
          <p:nvPr/>
        </p:nvSpPr>
        <p:spPr>
          <a:xfrm>
            <a:off x="77724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0" name="Shape 328"/>
          <p:cNvSpPr/>
          <p:nvPr/>
        </p:nvSpPr>
        <p:spPr>
          <a:xfrm>
            <a:off x="82296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1" name="Shape 329"/>
          <p:cNvSpPr/>
          <p:nvPr/>
        </p:nvSpPr>
        <p:spPr>
          <a:xfrm>
            <a:off x="86868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2" name="Shape 330"/>
          <p:cNvSpPr/>
          <p:nvPr/>
        </p:nvSpPr>
        <p:spPr>
          <a:xfrm>
            <a:off x="91440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3" name="Shape 331"/>
          <p:cNvSpPr/>
          <p:nvPr/>
        </p:nvSpPr>
        <p:spPr>
          <a:xfrm>
            <a:off x="96012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4" name="Shape 332"/>
          <p:cNvSpPr/>
          <p:nvPr/>
        </p:nvSpPr>
        <p:spPr>
          <a:xfrm>
            <a:off x="100584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5" name="Shape 333"/>
          <p:cNvSpPr/>
          <p:nvPr/>
        </p:nvSpPr>
        <p:spPr>
          <a:xfrm>
            <a:off x="105156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6" name="Shape 334"/>
          <p:cNvSpPr/>
          <p:nvPr/>
        </p:nvSpPr>
        <p:spPr>
          <a:xfrm>
            <a:off x="109728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7" name="Shape 335"/>
          <p:cNvSpPr/>
          <p:nvPr/>
        </p:nvSpPr>
        <p:spPr>
          <a:xfrm>
            <a:off x="114300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8" name="Shape 336"/>
          <p:cNvSpPr/>
          <p:nvPr/>
        </p:nvSpPr>
        <p:spPr>
          <a:xfrm>
            <a:off x="118872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9" name="Shape 337"/>
          <p:cNvSpPr/>
          <p:nvPr/>
        </p:nvSpPr>
        <p:spPr>
          <a:xfrm>
            <a:off x="12344400" y="4572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0" name="Shape 338"/>
          <p:cNvSpPr/>
          <p:nvPr/>
        </p:nvSpPr>
        <p:spPr>
          <a:xfrm>
            <a:off x="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1" name="Shape 339"/>
          <p:cNvSpPr/>
          <p:nvPr/>
        </p:nvSpPr>
        <p:spPr>
          <a:xfrm>
            <a:off x="4572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2" name="Shape 340"/>
          <p:cNvSpPr/>
          <p:nvPr/>
        </p:nvSpPr>
        <p:spPr>
          <a:xfrm>
            <a:off x="9144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3" name="Shape 341"/>
          <p:cNvSpPr/>
          <p:nvPr/>
        </p:nvSpPr>
        <p:spPr>
          <a:xfrm>
            <a:off x="13716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4" name="Shape 342"/>
          <p:cNvSpPr/>
          <p:nvPr/>
        </p:nvSpPr>
        <p:spPr>
          <a:xfrm>
            <a:off x="18288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5" name="Shape 343"/>
          <p:cNvSpPr/>
          <p:nvPr/>
        </p:nvSpPr>
        <p:spPr>
          <a:xfrm>
            <a:off x="22860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6" name="Shape 344"/>
          <p:cNvSpPr/>
          <p:nvPr/>
        </p:nvSpPr>
        <p:spPr>
          <a:xfrm>
            <a:off x="27432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7" name="Shape 345"/>
          <p:cNvSpPr/>
          <p:nvPr/>
        </p:nvSpPr>
        <p:spPr>
          <a:xfrm>
            <a:off x="32004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8" name="Shape 346"/>
          <p:cNvSpPr/>
          <p:nvPr/>
        </p:nvSpPr>
        <p:spPr>
          <a:xfrm>
            <a:off x="36576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9" name="Shape 347"/>
          <p:cNvSpPr/>
          <p:nvPr/>
        </p:nvSpPr>
        <p:spPr>
          <a:xfrm>
            <a:off x="41148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0" name="Shape 348"/>
          <p:cNvSpPr/>
          <p:nvPr/>
        </p:nvSpPr>
        <p:spPr>
          <a:xfrm>
            <a:off x="45720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1" name="Shape 349"/>
          <p:cNvSpPr/>
          <p:nvPr/>
        </p:nvSpPr>
        <p:spPr>
          <a:xfrm>
            <a:off x="50292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2" name="Shape 350"/>
          <p:cNvSpPr/>
          <p:nvPr/>
        </p:nvSpPr>
        <p:spPr>
          <a:xfrm>
            <a:off x="54864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3" name="Shape 351"/>
          <p:cNvSpPr/>
          <p:nvPr/>
        </p:nvSpPr>
        <p:spPr>
          <a:xfrm>
            <a:off x="59436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4" name="Shape 352"/>
          <p:cNvSpPr/>
          <p:nvPr/>
        </p:nvSpPr>
        <p:spPr>
          <a:xfrm>
            <a:off x="64008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5" name="Shape 353"/>
          <p:cNvSpPr/>
          <p:nvPr/>
        </p:nvSpPr>
        <p:spPr>
          <a:xfrm>
            <a:off x="68580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6" name="Shape 354"/>
          <p:cNvSpPr/>
          <p:nvPr/>
        </p:nvSpPr>
        <p:spPr>
          <a:xfrm>
            <a:off x="73152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7" name="Shape 355"/>
          <p:cNvSpPr/>
          <p:nvPr/>
        </p:nvSpPr>
        <p:spPr>
          <a:xfrm>
            <a:off x="77724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8" name="Shape 356"/>
          <p:cNvSpPr/>
          <p:nvPr/>
        </p:nvSpPr>
        <p:spPr>
          <a:xfrm>
            <a:off x="82296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9" name="Shape 357"/>
          <p:cNvSpPr/>
          <p:nvPr/>
        </p:nvSpPr>
        <p:spPr>
          <a:xfrm>
            <a:off x="86868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0" name="Shape 358"/>
          <p:cNvSpPr/>
          <p:nvPr/>
        </p:nvSpPr>
        <p:spPr>
          <a:xfrm>
            <a:off x="91440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1" name="Shape 359"/>
          <p:cNvSpPr/>
          <p:nvPr/>
        </p:nvSpPr>
        <p:spPr>
          <a:xfrm>
            <a:off x="96012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2" name="Shape 360"/>
          <p:cNvSpPr/>
          <p:nvPr/>
        </p:nvSpPr>
        <p:spPr>
          <a:xfrm>
            <a:off x="100584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3" name="Shape 361"/>
          <p:cNvSpPr/>
          <p:nvPr/>
        </p:nvSpPr>
        <p:spPr>
          <a:xfrm>
            <a:off x="105156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4" name="Shape 362"/>
          <p:cNvSpPr/>
          <p:nvPr/>
        </p:nvSpPr>
        <p:spPr>
          <a:xfrm>
            <a:off x="109728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5" name="Shape 363"/>
          <p:cNvSpPr/>
          <p:nvPr/>
        </p:nvSpPr>
        <p:spPr>
          <a:xfrm>
            <a:off x="114300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6" name="Shape 364"/>
          <p:cNvSpPr/>
          <p:nvPr/>
        </p:nvSpPr>
        <p:spPr>
          <a:xfrm>
            <a:off x="118872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7" name="Shape 365"/>
          <p:cNvSpPr/>
          <p:nvPr/>
        </p:nvSpPr>
        <p:spPr>
          <a:xfrm>
            <a:off x="12344400" y="50292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8" name="Shape 366"/>
          <p:cNvSpPr/>
          <p:nvPr/>
        </p:nvSpPr>
        <p:spPr>
          <a:xfrm>
            <a:off x="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9" name="Shape 367"/>
          <p:cNvSpPr/>
          <p:nvPr/>
        </p:nvSpPr>
        <p:spPr>
          <a:xfrm>
            <a:off x="4572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0" name="Shape 368"/>
          <p:cNvSpPr/>
          <p:nvPr/>
        </p:nvSpPr>
        <p:spPr>
          <a:xfrm>
            <a:off x="9144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1" name="Shape 369"/>
          <p:cNvSpPr/>
          <p:nvPr/>
        </p:nvSpPr>
        <p:spPr>
          <a:xfrm>
            <a:off x="13716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2" name="Shape 370"/>
          <p:cNvSpPr/>
          <p:nvPr/>
        </p:nvSpPr>
        <p:spPr>
          <a:xfrm>
            <a:off x="18288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3" name="Shape 371"/>
          <p:cNvSpPr/>
          <p:nvPr/>
        </p:nvSpPr>
        <p:spPr>
          <a:xfrm>
            <a:off x="22860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4" name="Shape 372"/>
          <p:cNvSpPr/>
          <p:nvPr/>
        </p:nvSpPr>
        <p:spPr>
          <a:xfrm>
            <a:off x="27432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5" name="Shape 373"/>
          <p:cNvSpPr/>
          <p:nvPr/>
        </p:nvSpPr>
        <p:spPr>
          <a:xfrm>
            <a:off x="32004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6" name="Shape 374"/>
          <p:cNvSpPr/>
          <p:nvPr/>
        </p:nvSpPr>
        <p:spPr>
          <a:xfrm>
            <a:off x="36576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7" name="Shape 375"/>
          <p:cNvSpPr/>
          <p:nvPr/>
        </p:nvSpPr>
        <p:spPr>
          <a:xfrm>
            <a:off x="41148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8" name="Shape 376"/>
          <p:cNvSpPr/>
          <p:nvPr/>
        </p:nvSpPr>
        <p:spPr>
          <a:xfrm>
            <a:off x="45720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9" name="Shape 377"/>
          <p:cNvSpPr/>
          <p:nvPr/>
        </p:nvSpPr>
        <p:spPr>
          <a:xfrm>
            <a:off x="50292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0" name="Shape 378"/>
          <p:cNvSpPr/>
          <p:nvPr/>
        </p:nvSpPr>
        <p:spPr>
          <a:xfrm>
            <a:off x="54864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1" name="Shape 379"/>
          <p:cNvSpPr/>
          <p:nvPr/>
        </p:nvSpPr>
        <p:spPr>
          <a:xfrm>
            <a:off x="59436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2" name="Shape 380"/>
          <p:cNvSpPr/>
          <p:nvPr/>
        </p:nvSpPr>
        <p:spPr>
          <a:xfrm>
            <a:off x="64008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3" name="Shape 381"/>
          <p:cNvSpPr/>
          <p:nvPr/>
        </p:nvSpPr>
        <p:spPr>
          <a:xfrm>
            <a:off x="68580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4" name="Shape 382"/>
          <p:cNvSpPr/>
          <p:nvPr/>
        </p:nvSpPr>
        <p:spPr>
          <a:xfrm>
            <a:off x="73152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5" name="Shape 383"/>
          <p:cNvSpPr/>
          <p:nvPr/>
        </p:nvSpPr>
        <p:spPr>
          <a:xfrm>
            <a:off x="77724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6" name="Shape 384"/>
          <p:cNvSpPr/>
          <p:nvPr/>
        </p:nvSpPr>
        <p:spPr>
          <a:xfrm>
            <a:off x="82296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7" name="Shape 385"/>
          <p:cNvSpPr/>
          <p:nvPr/>
        </p:nvSpPr>
        <p:spPr>
          <a:xfrm>
            <a:off x="86868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8" name="Shape 386"/>
          <p:cNvSpPr/>
          <p:nvPr/>
        </p:nvSpPr>
        <p:spPr>
          <a:xfrm>
            <a:off x="91440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9" name="Shape 387"/>
          <p:cNvSpPr/>
          <p:nvPr/>
        </p:nvSpPr>
        <p:spPr>
          <a:xfrm>
            <a:off x="96012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0" name="Shape 388"/>
          <p:cNvSpPr/>
          <p:nvPr/>
        </p:nvSpPr>
        <p:spPr>
          <a:xfrm>
            <a:off x="100584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1" name="Shape 389"/>
          <p:cNvSpPr/>
          <p:nvPr/>
        </p:nvSpPr>
        <p:spPr>
          <a:xfrm>
            <a:off x="105156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2" name="Shape 390"/>
          <p:cNvSpPr/>
          <p:nvPr/>
        </p:nvSpPr>
        <p:spPr>
          <a:xfrm>
            <a:off x="109728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3" name="Shape 391"/>
          <p:cNvSpPr/>
          <p:nvPr/>
        </p:nvSpPr>
        <p:spPr>
          <a:xfrm>
            <a:off x="114300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4" name="Shape 392"/>
          <p:cNvSpPr/>
          <p:nvPr/>
        </p:nvSpPr>
        <p:spPr>
          <a:xfrm>
            <a:off x="118872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5" name="Shape 393"/>
          <p:cNvSpPr/>
          <p:nvPr/>
        </p:nvSpPr>
        <p:spPr>
          <a:xfrm>
            <a:off x="12344400" y="54864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6" name="Shape 394"/>
          <p:cNvSpPr/>
          <p:nvPr/>
        </p:nvSpPr>
        <p:spPr>
          <a:xfrm>
            <a:off x="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7" name="Shape 395"/>
          <p:cNvSpPr/>
          <p:nvPr/>
        </p:nvSpPr>
        <p:spPr>
          <a:xfrm>
            <a:off x="4572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8" name="Shape 396"/>
          <p:cNvSpPr/>
          <p:nvPr/>
        </p:nvSpPr>
        <p:spPr>
          <a:xfrm>
            <a:off x="9144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9" name="Shape 397"/>
          <p:cNvSpPr/>
          <p:nvPr/>
        </p:nvSpPr>
        <p:spPr>
          <a:xfrm>
            <a:off x="13716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0" name="Shape 398"/>
          <p:cNvSpPr/>
          <p:nvPr/>
        </p:nvSpPr>
        <p:spPr>
          <a:xfrm>
            <a:off x="18288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1" name="Shape 399"/>
          <p:cNvSpPr/>
          <p:nvPr/>
        </p:nvSpPr>
        <p:spPr>
          <a:xfrm>
            <a:off x="22860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2" name="Shape 400"/>
          <p:cNvSpPr/>
          <p:nvPr/>
        </p:nvSpPr>
        <p:spPr>
          <a:xfrm>
            <a:off x="27432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3" name="Shape 401"/>
          <p:cNvSpPr/>
          <p:nvPr/>
        </p:nvSpPr>
        <p:spPr>
          <a:xfrm>
            <a:off x="32004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4" name="Shape 402"/>
          <p:cNvSpPr/>
          <p:nvPr/>
        </p:nvSpPr>
        <p:spPr>
          <a:xfrm>
            <a:off x="36576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5" name="Shape 403"/>
          <p:cNvSpPr/>
          <p:nvPr/>
        </p:nvSpPr>
        <p:spPr>
          <a:xfrm>
            <a:off x="41148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6" name="Shape 404"/>
          <p:cNvSpPr/>
          <p:nvPr/>
        </p:nvSpPr>
        <p:spPr>
          <a:xfrm>
            <a:off x="45720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7" name="Shape 405"/>
          <p:cNvSpPr/>
          <p:nvPr/>
        </p:nvSpPr>
        <p:spPr>
          <a:xfrm>
            <a:off x="50292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8" name="Shape 406"/>
          <p:cNvSpPr/>
          <p:nvPr/>
        </p:nvSpPr>
        <p:spPr>
          <a:xfrm>
            <a:off x="54864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9" name="Shape 407"/>
          <p:cNvSpPr/>
          <p:nvPr/>
        </p:nvSpPr>
        <p:spPr>
          <a:xfrm>
            <a:off x="59436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0" name="Shape 408"/>
          <p:cNvSpPr/>
          <p:nvPr/>
        </p:nvSpPr>
        <p:spPr>
          <a:xfrm>
            <a:off x="64008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1" name="Shape 409"/>
          <p:cNvSpPr/>
          <p:nvPr/>
        </p:nvSpPr>
        <p:spPr>
          <a:xfrm>
            <a:off x="68580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2" name="Shape 410"/>
          <p:cNvSpPr/>
          <p:nvPr/>
        </p:nvSpPr>
        <p:spPr>
          <a:xfrm>
            <a:off x="73152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3" name="Shape 411"/>
          <p:cNvSpPr/>
          <p:nvPr/>
        </p:nvSpPr>
        <p:spPr>
          <a:xfrm>
            <a:off x="77724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4" name="Shape 412"/>
          <p:cNvSpPr/>
          <p:nvPr/>
        </p:nvSpPr>
        <p:spPr>
          <a:xfrm>
            <a:off x="82296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5" name="Shape 413"/>
          <p:cNvSpPr/>
          <p:nvPr/>
        </p:nvSpPr>
        <p:spPr>
          <a:xfrm>
            <a:off x="86868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6" name="Shape 414"/>
          <p:cNvSpPr/>
          <p:nvPr/>
        </p:nvSpPr>
        <p:spPr>
          <a:xfrm>
            <a:off x="91440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7" name="Shape 415"/>
          <p:cNvSpPr/>
          <p:nvPr/>
        </p:nvSpPr>
        <p:spPr>
          <a:xfrm>
            <a:off x="96012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8" name="Shape 416"/>
          <p:cNvSpPr/>
          <p:nvPr/>
        </p:nvSpPr>
        <p:spPr>
          <a:xfrm>
            <a:off x="100584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9" name="Shape 417"/>
          <p:cNvSpPr/>
          <p:nvPr/>
        </p:nvSpPr>
        <p:spPr>
          <a:xfrm>
            <a:off x="105156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0" name="Shape 418"/>
          <p:cNvSpPr/>
          <p:nvPr/>
        </p:nvSpPr>
        <p:spPr>
          <a:xfrm>
            <a:off x="109728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1" name="Shape 419"/>
          <p:cNvSpPr/>
          <p:nvPr/>
        </p:nvSpPr>
        <p:spPr>
          <a:xfrm>
            <a:off x="114300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2" name="Shape 420"/>
          <p:cNvSpPr/>
          <p:nvPr/>
        </p:nvSpPr>
        <p:spPr>
          <a:xfrm>
            <a:off x="118872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3" name="Shape 421"/>
          <p:cNvSpPr/>
          <p:nvPr/>
        </p:nvSpPr>
        <p:spPr>
          <a:xfrm>
            <a:off x="12344400" y="59436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4" name="Shape 422"/>
          <p:cNvSpPr/>
          <p:nvPr/>
        </p:nvSpPr>
        <p:spPr>
          <a:xfrm>
            <a:off x="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5" name="Shape 423"/>
          <p:cNvSpPr/>
          <p:nvPr/>
        </p:nvSpPr>
        <p:spPr>
          <a:xfrm>
            <a:off x="4572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6" name="Shape 424"/>
          <p:cNvSpPr/>
          <p:nvPr/>
        </p:nvSpPr>
        <p:spPr>
          <a:xfrm>
            <a:off x="9144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7" name="Shape 425"/>
          <p:cNvSpPr/>
          <p:nvPr/>
        </p:nvSpPr>
        <p:spPr>
          <a:xfrm>
            <a:off x="13716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8" name="Shape 426"/>
          <p:cNvSpPr/>
          <p:nvPr/>
        </p:nvSpPr>
        <p:spPr>
          <a:xfrm>
            <a:off x="18288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9" name="Shape 427"/>
          <p:cNvSpPr/>
          <p:nvPr/>
        </p:nvSpPr>
        <p:spPr>
          <a:xfrm>
            <a:off x="22860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0" name="Shape 428"/>
          <p:cNvSpPr/>
          <p:nvPr/>
        </p:nvSpPr>
        <p:spPr>
          <a:xfrm>
            <a:off x="27432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1" name="Shape 429"/>
          <p:cNvSpPr/>
          <p:nvPr/>
        </p:nvSpPr>
        <p:spPr>
          <a:xfrm>
            <a:off x="32004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2" name="Shape 430"/>
          <p:cNvSpPr/>
          <p:nvPr/>
        </p:nvSpPr>
        <p:spPr>
          <a:xfrm>
            <a:off x="36576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3" name="Shape 431"/>
          <p:cNvSpPr/>
          <p:nvPr/>
        </p:nvSpPr>
        <p:spPr>
          <a:xfrm>
            <a:off x="41148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4" name="Shape 432"/>
          <p:cNvSpPr/>
          <p:nvPr/>
        </p:nvSpPr>
        <p:spPr>
          <a:xfrm>
            <a:off x="45720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5" name="Shape 433"/>
          <p:cNvSpPr/>
          <p:nvPr/>
        </p:nvSpPr>
        <p:spPr>
          <a:xfrm>
            <a:off x="50292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6" name="Shape 434"/>
          <p:cNvSpPr/>
          <p:nvPr/>
        </p:nvSpPr>
        <p:spPr>
          <a:xfrm>
            <a:off x="54864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7" name="Shape 435"/>
          <p:cNvSpPr/>
          <p:nvPr/>
        </p:nvSpPr>
        <p:spPr>
          <a:xfrm>
            <a:off x="59436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8" name="Shape 436"/>
          <p:cNvSpPr/>
          <p:nvPr/>
        </p:nvSpPr>
        <p:spPr>
          <a:xfrm>
            <a:off x="64008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9" name="Shape 437"/>
          <p:cNvSpPr/>
          <p:nvPr/>
        </p:nvSpPr>
        <p:spPr>
          <a:xfrm>
            <a:off x="68580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0" name="Shape 438"/>
          <p:cNvSpPr/>
          <p:nvPr/>
        </p:nvSpPr>
        <p:spPr>
          <a:xfrm>
            <a:off x="73152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1" name="Shape 439"/>
          <p:cNvSpPr/>
          <p:nvPr/>
        </p:nvSpPr>
        <p:spPr>
          <a:xfrm>
            <a:off x="77724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2" name="Shape 440"/>
          <p:cNvSpPr/>
          <p:nvPr/>
        </p:nvSpPr>
        <p:spPr>
          <a:xfrm>
            <a:off x="82296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3" name="Shape 441"/>
          <p:cNvSpPr/>
          <p:nvPr/>
        </p:nvSpPr>
        <p:spPr>
          <a:xfrm>
            <a:off x="86868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4" name="Shape 442"/>
          <p:cNvSpPr/>
          <p:nvPr/>
        </p:nvSpPr>
        <p:spPr>
          <a:xfrm>
            <a:off x="91440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5" name="Shape 443"/>
          <p:cNvSpPr/>
          <p:nvPr/>
        </p:nvSpPr>
        <p:spPr>
          <a:xfrm>
            <a:off x="96012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6" name="Shape 444"/>
          <p:cNvSpPr/>
          <p:nvPr/>
        </p:nvSpPr>
        <p:spPr>
          <a:xfrm>
            <a:off x="100584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7" name="Shape 445"/>
          <p:cNvSpPr/>
          <p:nvPr/>
        </p:nvSpPr>
        <p:spPr>
          <a:xfrm>
            <a:off x="105156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8" name="Shape 446"/>
          <p:cNvSpPr/>
          <p:nvPr/>
        </p:nvSpPr>
        <p:spPr>
          <a:xfrm>
            <a:off x="109728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9" name="Shape 447"/>
          <p:cNvSpPr/>
          <p:nvPr/>
        </p:nvSpPr>
        <p:spPr>
          <a:xfrm>
            <a:off x="114300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0" name="Shape 448"/>
          <p:cNvSpPr/>
          <p:nvPr/>
        </p:nvSpPr>
        <p:spPr>
          <a:xfrm>
            <a:off x="118872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1" name="Shape 449"/>
          <p:cNvSpPr/>
          <p:nvPr/>
        </p:nvSpPr>
        <p:spPr>
          <a:xfrm>
            <a:off x="12344400" y="64008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2" name="Shape 450"/>
          <p:cNvSpPr/>
          <p:nvPr/>
        </p:nvSpPr>
        <p:spPr>
          <a:xfrm>
            <a:off x="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3" name="Shape 451"/>
          <p:cNvSpPr/>
          <p:nvPr/>
        </p:nvSpPr>
        <p:spPr>
          <a:xfrm>
            <a:off x="4572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4" name="Shape 452"/>
          <p:cNvSpPr/>
          <p:nvPr/>
        </p:nvSpPr>
        <p:spPr>
          <a:xfrm>
            <a:off x="9144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5" name="Shape 453"/>
          <p:cNvSpPr/>
          <p:nvPr/>
        </p:nvSpPr>
        <p:spPr>
          <a:xfrm>
            <a:off x="13716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6" name="Shape 454"/>
          <p:cNvSpPr/>
          <p:nvPr/>
        </p:nvSpPr>
        <p:spPr>
          <a:xfrm>
            <a:off x="18288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7" name="Shape 455"/>
          <p:cNvSpPr/>
          <p:nvPr/>
        </p:nvSpPr>
        <p:spPr>
          <a:xfrm>
            <a:off x="22860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8" name="Shape 456"/>
          <p:cNvSpPr/>
          <p:nvPr/>
        </p:nvSpPr>
        <p:spPr>
          <a:xfrm>
            <a:off x="27432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9" name="Shape 457"/>
          <p:cNvSpPr/>
          <p:nvPr/>
        </p:nvSpPr>
        <p:spPr>
          <a:xfrm>
            <a:off x="32004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0" name="Shape 458"/>
          <p:cNvSpPr/>
          <p:nvPr/>
        </p:nvSpPr>
        <p:spPr>
          <a:xfrm>
            <a:off x="36576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1" name="Shape 459"/>
          <p:cNvSpPr/>
          <p:nvPr/>
        </p:nvSpPr>
        <p:spPr>
          <a:xfrm>
            <a:off x="41148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2" name="Shape 460"/>
          <p:cNvSpPr/>
          <p:nvPr/>
        </p:nvSpPr>
        <p:spPr>
          <a:xfrm>
            <a:off x="45720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3" name="Shape 461"/>
          <p:cNvSpPr/>
          <p:nvPr/>
        </p:nvSpPr>
        <p:spPr>
          <a:xfrm>
            <a:off x="50292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4" name="Shape 462"/>
          <p:cNvSpPr/>
          <p:nvPr/>
        </p:nvSpPr>
        <p:spPr>
          <a:xfrm>
            <a:off x="54864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5" name="Shape 463"/>
          <p:cNvSpPr/>
          <p:nvPr/>
        </p:nvSpPr>
        <p:spPr>
          <a:xfrm>
            <a:off x="59436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6" name="Shape 464"/>
          <p:cNvSpPr/>
          <p:nvPr/>
        </p:nvSpPr>
        <p:spPr>
          <a:xfrm>
            <a:off x="64008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7" name="Shape 465"/>
          <p:cNvSpPr/>
          <p:nvPr/>
        </p:nvSpPr>
        <p:spPr>
          <a:xfrm>
            <a:off x="68580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8" name="Shape 466"/>
          <p:cNvSpPr/>
          <p:nvPr/>
        </p:nvSpPr>
        <p:spPr>
          <a:xfrm>
            <a:off x="73152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9" name="Shape 467"/>
          <p:cNvSpPr/>
          <p:nvPr/>
        </p:nvSpPr>
        <p:spPr>
          <a:xfrm>
            <a:off x="77724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0" name="Shape 468"/>
          <p:cNvSpPr/>
          <p:nvPr/>
        </p:nvSpPr>
        <p:spPr>
          <a:xfrm>
            <a:off x="82296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1" name="Shape 469"/>
          <p:cNvSpPr/>
          <p:nvPr/>
        </p:nvSpPr>
        <p:spPr>
          <a:xfrm>
            <a:off x="86868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2" name="Shape 470"/>
          <p:cNvSpPr/>
          <p:nvPr/>
        </p:nvSpPr>
        <p:spPr>
          <a:xfrm>
            <a:off x="91440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3" name="Shape 471"/>
          <p:cNvSpPr/>
          <p:nvPr/>
        </p:nvSpPr>
        <p:spPr>
          <a:xfrm>
            <a:off x="96012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4" name="Shape 472"/>
          <p:cNvSpPr/>
          <p:nvPr/>
        </p:nvSpPr>
        <p:spPr>
          <a:xfrm>
            <a:off x="100584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5" name="Shape 473"/>
          <p:cNvSpPr/>
          <p:nvPr/>
        </p:nvSpPr>
        <p:spPr>
          <a:xfrm>
            <a:off x="105156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6" name="Shape 474"/>
          <p:cNvSpPr/>
          <p:nvPr/>
        </p:nvSpPr>
        <p:spPr>
          <a:xfrm>
            <a:off x="109728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7" name="Shape 475"/>
          <p:cNvSpPr/>
          <p:nvPr/>
        </p:nvSpPr>
        <p:spPr>
          <a:xfrm>
            <a:off x="114300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8" name="Shape 476"/>
          <p:cNvSpPr/>
          <p:nvPr/>
        </p:nvSpPr>
        <p:spPr>
          <a:xfrm>
            <a:off x="118872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9" name="Shape 477"/>
          <p:cNvSpPr/>
          <p:nvPr/>
        </p:nvSpPr>
        <p:spPr>
          <a:xfrm>
            <a:off x="12344400" y="6858000"/>
            <a:ext cx="36576" cy="36576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0" name="Shape 478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0A2E"/>
          </a:solidFill>
          <a:ln w="1905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1" name="Shape 479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2" name="Text 480"/>
          <p:cNvSpPr/>
          <p:nvPr/>
        </p:nvSpPr>
        <p:spPr>
          <a:xfrm>
            <a:off x="164592" y="4572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Results &amp; Key Conclusions</a:t>
            </a:r>
            <a:endParaRPr lang="en-US" sz="2000" dirty="0"/>
          </a:p>
        </p:txBody>
      </p:sp>
      <p:sp>
        <p:nvSpPr>
          <p:cNvPr id="483" name="Shape 481"/>
          <p:cNvSpPr/>
          <p:nvPr/>
        </p:nvSpPr>
        <p:spPr>
          <a:xfrm>
            <a:off x="8613648" y="91440"/>
            <a:ext cx="3419856" cy="475488"/>
          </a:xfrm>
          <a:prstGeom prst="roundRect">
            <a:avLst>
              <a:gd name="adj" fmla="val 9615"/>
            </a:avLst>
          </a:prstGeom>
          <a:solidFill>
            <a:srgbClr val="00C2CB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4" name="Text 482"/>
          <p:cNvSpPr/>
          <p:nvPr/>
        </p:nvSpPr>
        <p:spPr>
          <a:xfrm>
            <a:off x="8613648" y="91440"/>
            <a:ext cx="3419856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Jigsaw (1.8M) + TweetEval (9K) | 58,954 modeling records</a:t>
            </a:r>
            <a:endParaRPr lang="en-US" sz="700" dirty="0"/>
          </a:p>
        </p:txBody>
      </p:sp>
      <p:sp>
        <p:nvSpPr>
          <p:cNvPr id="485" name="Text 483"/>
          <p:cNvSpPr/>
          <p:nvPr/>
        </p:nvSpPr>
        <p:spPr>
          <a:xfrm>
            <a:off x="164592" y="74980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— Accuracy / F1 / ROC-AUC</a:t>
            </a:r>
            <a:endParaRPr lang="en-US" sz="950" dirty="0"/>
          </a:p>
        </p:txBody>
      </p:sp>
      <p:graphicFrame>
        <p:nvGraphicFramePr>
          <p:cNvPr id="48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1042416"/>
          <a:ext cx="3639312" cy="2084832"/>
        </p:xfrm>
        <a:graphic>
          <a:graphicData uri="http://schemas.openxmlformats.org/drawingml/2006/table">
            <a:tbl>
              <a:tblPr/>
              <a:tblGrid>
                <a:gridCol w="1316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0A2E"/>
                          </a:solidFill>
                        </a:rPr>
                        <a:t>DistilBERT ⭐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0A2E"/>
                          </a:solidFill>
                        </a:rPr>
                        <a:t>87.12%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0A2E"/>
                          </a:solidFill>
                        </a:rPr>
                        <a:t>87.39%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0A2E"/>
                          </a:solidFill>
                        </a:rPr>
                        <a:t>87.18%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Logistic Reg.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83.90%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82.71%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91.49%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Stacking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82.29%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81.54%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82.24%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Naive Bayes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77.91%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77.61%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77.91%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LightGBM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76.99%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75.50%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</a:rPr>
                        <a:t>76.90%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87" name="Shape 484"/>
          <p:cNvSpPr/>
          <p:nvPr/>
        </p:nvSpPr>
        <p:spPr>
          <a:xfrm>
            <a:off x="164592" y="3584448"/>
            <a:ext cx="3639312" cy="2249424"/>
          </a:xfrm>
          <a:prstGeom prst="rect">
            <a:avLst/>
          </a:prstGeom>
          <a:solidFill>
            <a:srgbClr val="0D1117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8" name="Shape 485"/>
          <p:cNvSpPr/>
          <p:nvPr/>
        </p:nvSpPr>
        <p:spPr>
          <a:xfrm>
            <a:off x="164592" y="3584448"/>
            <a:ext cx="3639312" cy="219456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9" name="Shape 486"/>
          <p:cNvSpPr/>
          <p:nvPr/>
        </p:nvSpPr>
        <p:spPr>
          <a:xfrm>
            <a:off x="256032" y="3639312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0" name="Shape 487"/>
          <p:cNvSpPr/>
          <p:nvPr/>
        </p:nvSpPr>
        <p:spPr>
          <a:xfrm>
            <a:off x="420624" y="3639312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1" name="Shape 488"/>
          <p:cNvSpPr/>
          <p:nvPr/>
        </p:nvSpPr>
        <p:spPr>
          <a:xfrm>
            <a:off x="585216" y="3639312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2" name="Text 489"/>
          <p:cNvSpPr/>
          <p:nvPr/>
        </p:nvSpPr>
        <p:spPr>
          <a:xfrm>
            <a:off x="786384" y="3584448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</a:t>
            </a: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glenpaulson.github.io/toxicity-mining-website</a:t>
            </a:r>
            <a:endParaRPr lang="en-US" sz="650" dirty="0"/>
          </a:p>
        </p:txBody>
      </p:sp>
      <p:pic>
        <p:nvPicPr>
          <p:cNvPr id="493" name="Image 0" descr="C:\Users\Himanshu Jain\OneDrive - Manipal Academy of Higher Education\Desktop\Toxcity mining\website_screensh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3803904"/>
            <a:ext cx="3639312" cy="2029968"/>
          </a:xfrm>
          <a:prstGeom prst="rect">
            <a:avLst/>
          </a:prstGeom>
        </p:spPr>
      </p:pic>
      <p:graphicFrame>
        <p:nvGraphicFramePr>
          <p:cNvPr id="494" name="Chart 0"/>
          <p:cNvGraphicFramePr/>
          <p:nvPr/>
        </p:nvGraphicFramePr>
        <p:xfrm>
          <a:off x="3950208" y="749808"/>
          <a:ext cx="4114800" cy="50840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95" name="Shape 490"/>
          <p:cNvSpPr/>
          <p:nvPr/>
        </p:nvSpPr>
        <p:spPr>
          <a:xfrm>
            <a:off x="8229600" y="749808"/>
            <a:ext cx="3785616" cy="5084064"/>
          </a:xfrm>
          <a:prstGeom prst="rect">
            <a:avLst/>
          </a:prstGeom>
          <a:solidFill>
            <a:srgbClr val="2D1446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6" name="Shape 491"/>
          <p:cNvSpPr/>
          <p:nvPr/>
        </p:nvSpPr>
        <p:spPr>
          <a:xfrm>
            <a:off x="8229600" y="749808"/>
            <a:ext cx="3785616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7" name="Text 492"/>
          <p:cNvSpPr/>
          <p:nvPr/>
        </p:nvSpPr>
        <p:spPr>
          <a:xfrm>
            <a:off x="8321040" y="749808"/>
            <a:ext cx="3648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498" name="Shape 493"/>
          <p:cNvSpPr/>
          <p:nvPr/>
        </p:nvSpPr>
        <p:spPr>
          <a:xfrm>
            <a:off x="8302752" y="1078992"/>
            <a:ext cx="3639312" cy="1115568"/>
          </a:xfrm>
          <a:prstGeom prst="rect">
            <a:avLst/>
          </a:prstGeom>
          <a:solidFill>
            <a:srgbClr val="2A1050"/>
          </a:solidFill>
          <a:ln w="635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9" name="Shape 494"/>
          <p:cNvSpPr/>
          <p:nvPr/>
        </p:nvSpPr>
        <p:spPr>
          <a:xfrm>
            <a:off x="8339328" y="1143000"/>
            <a:ext cx="219456" cy="21945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0" name="Text 495"/>
          <p:cNvSpPr/>
          <p:nvPr/>
        </p:nvSpPr>
        <p:spPr>
          <a:xfrm>
            <a:off x="8339328" y="11430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501" name="Text 496"/>
          <p:cNvSpPr/>
          <p:nvPr/>
        </p:nvSpPr>
        <p:spPr>
          <a:xfrm>
            <a:off x="8613648" y="1133856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Dominates</a:t>
            </a:r>
            <a:endParaRPr lang="en-US" sz="900" dirty="0"/>
          </a:p>
        </p:txBody>
      </p:sp>
      <p:sp>
        <p:nvSpPr>
          <p:cNvPr id="502" name="Text 497"/>
          <p:cNvSpPr/>
          <p:nvPr/>
        </p:nvSpPr>
        <p:spPr>
          <a:xfrm>
            <a:off x="8339328" y="1389888"/>
            <a:ext cx="3566160" cy="7680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transformer outperformed all traditional methods by 5+ accuracy points. Bag-of-words approaches hit a ceiling with TF-IDF+SVD features.</a:t>
            </a:r>
            <a:endParaRPr lang="en-US" sz="800" dirty="0"/>
          </a:p>
        </p:txBody>
      </p:sp>
      <p:sp>
        <p:nvSpPr>
          <p:cNvPr id="503" name="Shape 498"/>
          <p:cNvSpPr/>
          <p:nvPr/>
        </p:nvSpPr>
        <p:spPr>
          <a:xfrm>
            <a:off x="8302752" y="2267712"/>
            <a:ext cx="3639312" cy="1115568"/>
          </a:xfrm>
          <a:prstGeom prst="rect">
            <a:avLst/>
          </a:prstGeom>
          <a:solidFill>
            <a:srgbClr val="2A1050"/>
          </a:solidFill>
          <a:ln w="635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4" name="Shape 499"/>
          <p:cNvSpPr/>
          <p:nvPr/>
        </p:nvSpPr>
        <p:spPr>
          <a:xfrm>
            <a:off x="8339328" y="2331720"/>
            <a:ext cx="219456" cy="21945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5" name="Text 500"/>
          <p:cNvSpPr/>
          <p:nvPr/>
        </p:nvSpPr>
        <p:spPr>
          <a:xfrm>
            <a:off x="8339328" y="23317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506" name="Text 501"/>
          <p:cNvSpPr/>
          <p:nvPr/>
        </p:nvSpPr>
        <p:spPr>
          <a:xfrm>
            <a:off x="8613648" y="2322576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Adds Value</a:t>
            </a:r>
            <a:endParaRPr lang="en-US" sz="900" dirty="0"/>
          </a:p>
        </p:txBody>
      </p:sp>
      <p:sp>
        <p:nvSpPr>
          <p:cNvPr id="507" name="Text 502"/>
          <p:cNvSpPr/>
          <p:nvPr/>
        </p:nvSpPr>
        <p:spPr>
          <a:xfrm>
            <a:off x="8339328" y="2578608"/>
            <a:ext cx="3566160" cy="7680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+ Naive Bayes + LightGBM ensemble with LR as meta-learner achieved ROC-AUC of 0.898 — better than any individual traditional model alone.</a:t>
            </a:r>
            <a:endParaRPr lang="en-US" sz="800" dirty="0"/>
          </a:p>
        </p:txBody>
      </p:sp>
      <p:sp>
        <p:nvSpPr>
          <p:cNvPr id="508" name="Shape 503"/>
          <p:cNvSpPr/>
          <p:nvPr/>
        </p:nvSpPr>
        <p:spPr>
          <a:xfrm>
            <a:off x="8302752" y="3456432"/>
            <a:ext cx="3639312" cy="1115568"/>
          </a:xfrm>
          <a:prstGeom prst="rect">
            <a:avLst/>
          </a:prstGeom>
          <a:solidFill>
            <a:srgbClr val="2A1050"/>
          </a:solidFill>
          <a:ln w="635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9" name="Shape 504"/>
          <p:cNvSpPr/>
          <p:nvPr/>
        </p:nvSpPr>
        <p:spPr>
          <a:xfrm>
            <a:off x="8339328" y="3520440"/>
            <a:ext cx="219456" cy="21945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0" name="Text 505"/>
          <p:cNvSpPr/>
          <p:nvPr/>
        </p:nvSpPr>
        <p:spPr>
          <a:xfrm>
            <a:off x="8339328" y="35204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511" name="Text 506"/>
          <p:cNvSpPr/>
          <p:nvPr/>
        </p:nvSpPr>
        <p:spPr>
          <a:xfrm>
            <a:off x="8613648" y="3511296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Apriori: Toxic Patterns</a:t>
            </a:r>
            <a:endParaRPr lang="en-US" sz="900" dirty="0"/>
          </a:p>
        </p:txBody>
      </p:sp>
      <p:sp>
        <p:nvSpPr>
          <p:cNvPr id="512" name="Text 507"/>
          <p:cNvSpPr/>
          <p:nvPr/>
        </p:nvSpPr>
        <p:spPr>
          <a:xfrm>
            <a:off x="8339328" y="3767328"/>
            <a:ext cx="3566160" cy="7680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494 frequent itemsets in toxic vs. 454 non-toxic. Top rule: {black}→{white}, lift=6.51. Toxic discourse shows denser political/racial co-occurrence.</a:t>
            </a:r>
            <a:endParaRPr lang="en-US" sz="800" dirty="0"/>
          </a:p>
        </p:txBody>
      </p:sp>
      <p:sp>
        <p:nvSpPr>
          <p:cNvPr id="513" name="Shape 508"/>
          <p:cNvSpPr/>
          <p:nvPr/>
        </p:nvSpPr>
        <p:spPr>
          <a:xfrm>
            <a:off x="8302752" y="4645152"/>
            <a:ext cx="3639312" cy="1115568"/>
          </a:xfrm>
          <a:prstGeom prst="rect">
            <a:avLst/>
          </a:prstGeom>
          <a:solidFill>
            <a:srgbClr val="2A1050"/>
          </a:solidFill>
          <a:ln w="635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4" name="Shape 509"/>
          <p:cNvSpPr/>
          <p:nvPr/>
        </p:nvSpPr>
        <p:spPr>
          <a:xfrm>
            <a:off x="8339328" y="4709160"/>
            <a:ext cx="219456" cy="219456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5" name="Text 510"/>
          <p:cNvSpPr/>
          <p:nvPr/>
        </p:nvSpPr>
        <p:spPr>
          <a:xfrm>
            <a:off x="8339328" y="4709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516" name="Text 511"/>
          <p:cNvSpPr/>
          <p:nvPr/>
        </p:nvSpPr>
        <p:spPr>
          <a:xfrm>
            <a:off x="8613648" y="4700016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Validates Structure</a:t>
            </a:r>
            <a:endParaRPr lang="en-US" sz="900" dirty="0"/>
          </a:p>
        </p:txBody>
      </p:sp>
      <p:sp>
        <p:nvSpPr>
          <p:cNvPr id="517" name="Text 512"/>
          <p:cNvSpPr/>
          <p:nvPr/>
        </p:nvSpPr>
        <p:spPr>
          <a:xfrm>
            <a:off x="8339328" y="4956048"/>
            <a:ext cx="3566160" cy="7680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k=2 via Elbow+Silhouette+Davies-Bouldin. Split 93.5%/6.5% mirrors class distribution. t-SNE confirmed non-linear separation — supports transformer models.</a:t>
            </a:r>
            <a:endParaRPr lang="en-US" sz="800" dirty="0"/>
          </a:p>
        </p:txBody>
      </p:sp>
      <p:sp>
        <p:nvSpPr>
          <p:cNvPr id="518" name="Shape 513"/>
          <p:cNvSpPr/>
          <p:nvPr/>
        </p:nvSpPr>
        <p:spPr>
          <a:xfrm>
            <a:off x="0" y="5888736"/>
            <a:ext cx="12188952" cy="713232"/>
          </a:xfrm>
          <a:prstGeom prst="rect">
            <a:avLst/>
          </a:prstGeom>
          <a:solidFill>
            <a:srgbClr val="007A80"/>
          </a:solidFill>
          <a:ln w="12700">
            <a:solidFill>
              <a:srgbClr val="007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9" name="Text 514"/>
          <p:cNvSpPr/>
          <p:nvPr/>
        </p:nvSpPr>
        <p:spPr>
          <a:xfrm>
            <a:off x="109728" y="5925312"/>
            <a:ext cx="3843528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(87.12% acc, 87.39% F1) is the recommended production model for toxicity detection</a:t>
            </a:r>
            <a:endParaRPr lang="en-US" sz="900" dirty="0"/>
          </a:p>
        </p:txBody>
      </p:sp>
      <p:sp>
        <p:nvSpPr>
          <p:cNvPr id="520" name="Shape 515"/>
          <p:cNvSpPr/>
          <p:nvPr/>
        </p:nvSpPr>
        <p:spPr>
          <a:xfrm>
            <a:off x="4062984" y="5961888"/>
            <a:ext cx="0" cy="566928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1" name="Text 516"/>
          <p:cNvSpPr/>
          <p:nvPr/>
        </p:nvSpPr>
        <p:spPr>
          <a:xfrm>
            <a:off x="4172712" y="5925312"/>
            <a:ext cx="3843528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domain gap (2.6% vocab overlap) is the key challenge — domain-specific fine-tuning is the next step</a:t>
            </a:r>
            <a:endParaRPr lang="en-US" sz="900" dirty="0"/>
          </a:p>
        </p:txBody>
      </p:sp>
      <p:sp>
        <p:nvSpPr>
          <p:cNvPr id="522" name="Shape 517"/>
          <p:cNvSpPr/>
          <p:nvPr/>
        </p:nvSpPr>
        <p:spPr>
          <a:xfrm>
            <a:off x="8125968" y="5961888"/>
            <a:ext cx="0" cy="566928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3" name="Text 518"/>
          <p:cNvSpPr/>
          <p:nvPr/>
        </p:nvSpPr>
        <p:spPr>
          <a:xfrm>
            <a:off x="8235696" y="5925312"/>
            <a:ext cx="3843528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+ classification together provide both detection capability and linguistic interpretability</a:t>
            </a:r>
            <a:endParaRPr lang="en-US" sz="900" dirty="0"/>
          </a:p>
        </p:txBody>
      </p:sp>
      <p:sp>
        <p:nvSpPr>
          <p:cNvPr id="524" name="Shape 51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7A80"/>
          </a:solidFill>
          <a:ln w="12700">
            <a:solidFill>
              <a:srgbClr val="007A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5" name="Text 52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5502 Data Mining  ·  Group 11  ·  University of Colorado Boulder  ·  Spring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804</Words>
  <Application>Microsoft Office PowerPoint</Application>
  <PresentationFormat>Widescreen</PresentationFormat>
  <Paragraphs>141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Media Hate Speech and Toxicity Mining Using NLP</dc:title>
  <dc:subject>PptxGenJS Presentation</dc:subject>
  <dc:creator>PptxGenJS</dc:creator>
  <cp:lastModifiedBy>HIMANSHU JAIN - 210907116</cp:lastModifiedBy>
  <cp:revision>1</cp:revision>
  <dcterms:created xsi:type="dcterms:W3CDTF">2026-04-21T00:25:44Z</dcterms:created>
  <dcterms:modified xsi:type="dcterms:W3CDTF">2026-04-21T00:27:54Z</dcterms:modified>
</cp:coreProperties>
</file>